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41"/>
  </p:notesMasterIdLst>
  <p:handoutMasterIdLst>
    <p:handoutMasterId r:id="rId42"/>
  </p:handoutMasterIdLst>
  <p:sldIdLst>
    <p:sldId id="340" r:id="rId5"/>
    <p:sldId id="256" r:id="rId6"/>
    <p:sldId id="345" r:id="rId7"/>
    <p:sldId id="262" r:id="rId8"/>
    <p:sldId id="257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307" r:id="rId19"/>
    <p:sldId id="308" r:id="rId20"/>
    <p:sldId id="309" r:id="rId21"/>
    <p:sldId id="310" r:id="rId22"/>
    <p:sldId id="311" r:id="rId23"/>
    <p:sldId id="312" r:id="rId24"/>
    <p:sldId id="313" r:id="rId25"/>
    <p:sldId id="314" r:id="rId26"/>
    <p:sldId id="315" r:id="rId27"/>
    <p:sldId id="316" r:id="rId28"/>
    <p:sldId id="317" r:id="rId29"/>
    <p:sldId id="329" r:id="rId30"/>
    <p:sldId id="330" r:id="rId31"/>
    <p:sldId id="331" r:id="rId32"/>
    <p:sldId id="332" r:id="rId33"/>
    <p:sldId id="333" r:id="rId34"/>
    <p:sldId id="334" r:id="rId35"/>
    <p:sldId id="335" r:id="rId36"/>
    <p:sldId id="336" r:id="rId37"/>
    <p:sldId id="337" r:id="rId38"/>
    <p:sldId id="338" r:id="rId39"/>
    <p:sldId id="339" r:id="rId40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E74D21-6B52-4B06-8C2D-4360DC7BE3D1}" v="41" dt="2026-02-25T14:08:15.7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9" autoAdjust="0"/>
    <p:restoredTop sz="92208" autoAdjust="0"/>
  </p:normalViewPr>
  <p:slideViewPr>
    <p:cSldViewPr snapToGrid="0" showGuides="1">
      <p:cViewPr varScale="1">
        <p:scale>
          <a:sx n="98" d="100"/>
          <a:sy n="98" d="100"/>
        </p:scale>
        <p:origin x="936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01" d="100"/>
          <a:sy n="101" d="100"/>
        </p:scale>
        <p:origin x="2802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47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CBC00465-214D-43E2-AD48-8292F8D410AB}" type="datetime1">
              <a:rPr lang="pt-BR" smtClean="0"/>
              <a:pPr algn="r" rtl="0"/>
              <a:t>25/02/2026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r>
              <a:rPr lang="pt-BR" dirty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6239646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/>
            <a:fld id="{DC270E7F-8C36-4BD7-8793-6DAF7A1CDB8E}" type="datetime1">
              <a:rPr lang="pt-BR" smtClean="0"/>
              <a:pPr algn="r"/>
              <a:t>25/02/2026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 dirty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/>
            <a:r>
              <a:rPr lang="pt-BR" dirty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52134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pt-BR" noProof="0" dirty="0"/>
              <a:t>É possível adicionar seus próprios valores de categoria e de pontos a este jogo de tabuleiro. Digite suas perguntas e respostas nos slides que fornecemos.</a:t>
            </a:r>
          </a:p>
          <a:p>
            <a:pPr rtl="0"/>
            <a:endParaRPr lang="pt-BR" noProof="0" dirty="0"/>
          </a:p>
          <a:p>
            <a:pPr rtl="0"/>
            <a:r>
              <a:rPr lang="pt-BR" noProof="0" dirty="0"/>
              <a:t>Quando você estiver no modo de exibição de apresentação de slides, selecione o texto sublinhado para ir a essa pergunta, em seguida, vá para o slide de resposta. Use o triângulo à esquerda para retornar ao slide tabuleiro de jogo. </a:t>
            </a:r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r>
              <a:rPr lang="en-U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29668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pt-BR" noProof="0" dirty="0"/>
              <a:t>É possível adicionar seus próprios valores de categoria e de pontos a este jogo de tabuleiro. Digite suas perguntas e respostas nos slides que fornecemos.</a:t>
            </a:r>
          </a:p>
          <a:p>
            <a:pPr rtl="0"/>
            <a:endParaRPr lang="pt-BR" noProof="0" dirty="0"/>
          </a:p>
          <a:p>
            <a:pPr rtl="0"/>
            <a:r>
              <a:rPr lang="pt-BR" noProof="0" dirty="0"/>
              <a:t>Quando você estiver no modo de exibição de apresentação de slides, selecione o texto sublinhado para ir a essa pergunta, em seguida, vá para o slide de resposta. Use o triângulo à esquerda para retornar ao slide tabuleiro de jogo. </a:t>
            </a:r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64125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r>
              <a:rPr lang="en-US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210445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pt-BR" noProof="0" dirty="0"/>
              <a:t>Digite suas perguntas e respostas nos espaços reservados. É possível adicionar valor de categoria e de pontos na parte inferior para referência.</a:t>
            </a:r>
          </a:p>
          <a:p>
            <a:pPr rtl="0"/>
            <a:endParaRPr lang="pt-BR" noProof="0" dirty="0"/>
          </a:p>
          <a:p>
            <a:pPr rtl="0"/>
            <a:r>
              <a:rPr lang="pt-BR" noProof="0" dirty="0"/>
              <a:t>Quando você estiver no modo de exibição de apresentação de slides, selecione o triângulo retângulo para revelar a resposta. Selecione o triângulo à esquerda para retornar ao slide tabuleiro de jogo. </a:t>
            </a:r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r>
              <a:rPr lang="en-US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392147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pt-BR" noProof="0" dirty="0"/>
              <a:t>Digite suas perguntas e respostas nos espaços reservados. É possível adicionar valor de categoria e de pontos na parte inferior para referência.</a:t>
            </a:r>
          </a:p>
          <a:p>
            <a:pPr rtl="0"/>
            <a:endParaRPr lang="pt-BR" noProof="0" dirty="0"/>
          </a:p>
          <a:p>
            <a:pPr rtl="0"/>
            <a:r>
              <a:rPr lang="pt-BR" noProof="0" dirty="0"/>
              <a:t>Quando você estiver no modo de exibição de apresentação de slides, selecione o triângulo retângulo para retornar ao slide tabuleiro de jogo. </a:t>
            </a:r>
          </a:p>
          <a:p>
            <a:pPr rtl="0"/>
            <a:endParaRPr lang="pt-BR" noProof="0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r>
              <a:rPr lang="en-US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281227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r>
              <a:rPr lang="en-US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01538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r>
              <a:rPr lang="en-US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2805778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626147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35054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347583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833974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083527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1498258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311472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687715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508759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469056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801342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845744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3183169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170376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036336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4987456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946883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4387975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36946193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374674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7754790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043640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27995788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78526798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80127126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102914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3461716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69940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uleiro de J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332703" y="357393"/>
            <a:ext cx="2099258" cy="914400"/>
          </a:xfr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rtlCol="0" anchor="ctr">
            <a:noAutofit/>
          </a:bodyPr>
          <a:lstStyle>
            <a:lvl1pPr marL="0" indent="0" algn="ctr" rtl="0"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</a:defRPr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Categoria 1</a:t>
            </a:r>
          </a:p>
        </p:txBody>
      </p:sp>
      <p:sp>
        <p:nvSpPr>
          <p:cNvPr id="40" name="Espaço Reservado para Texto 7"/>
          <p:cNvSpPr>
            <a:spLocks noGrp="1"/>
          </p:cNvSpPr>
          <p:nvPr>
            <p:ph type="body" sz="quarter" idx="18" hasCustomPrompt="1"/>
          </p:nvPr>
        </p:nvSpPr>
        <p:spPr>
          <a:xfrm>
            <a:off x="332703" y="1516491"/>
            <a:ext cx="2099258" cy="914400"/>
          </a:xfr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rtlCol="0" anchor="ctr">
            <a:noAutofit/>
          </a:bodyPr>
          <a:lstStyle>
            <a:lvl1pPr marL="0" indent="0" algn="ctr" rtl="0">
              <a:spcBef>
                <a:spcPts val="0"/>
              </a:spcBef>
              <a:buNone/>
              <a:defRPr sz="2400" baseline="0">
                <a:solidFill>
                  <a:srgbClr val="FFFFFF"/>
                </a:solidFill>
              </a:defRPr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pontos</a:t>
            </a:r>
          </a:p>
        </p:txBody>
      </p:sp>
      <p:sp>
        <p:nvSpPr>
          <p:cNvPr id="45" name="Espaço Reservado para Texto 7"/>
          <p:cNvSpPr>
            <a:spLocks noGrp="1"/>
          </p:cNvSpPr>
          <p:nvPr>
            <p:ph type="body" sz="quarter" idx="23" hasCustomPrompt="1"/>
          </p:nvPr>
        </p:nvSpPr>
        <p:spPr>
          <a:xfrm>
            <a:off x="332703" y="2533920"/>
            <a:ext cx="2099258" cy="914400"/>
          </a:xfr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rtlCol="0" anchor="ctr">
            <a:noAutofit/>
          </a:bodyPr>
          <a:lstStyle>
            <a:lvl1pPr marL="0" indent="0" algn="ctr" rtl="0">
              <a:spcBef>
                <a:spcPts val="0"/>
              </a:spcBef>
              <a:buNone/>
              <a:defRPr sz="2400" baseline="0">
                <a:solidFill>
                  <a:srgbClr val="FFFFFF"/>
                </a:solidFill>
              </a:defRPr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pontos</a:t>
            </a:r>
          </a:p>
        </p:txBody>
      </p:sp>
      <p:sp>
        <p:nvSpPr>
          <p:cNvPr id="50" name="Espaço Reservado para Texto 7"/>
          <p:cNvSpPr>
            <a:spLocks noGrp="1"/>
          </p:cNvSpPr>
          <p:nvPr>
            <p:ph type="body" sz="quarter" idx="28" hasCustomPrompt="1"/>
          </p:nvPr>
        </p:nvSpPr>
        <p:spPr>
          <a:xfrm>
            <a:off x="332703" y="3551349"/>
            <a:ext cx="2099258" cy="914400"/>
          </a:xfr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rtlCol="0" anchor="ctr">
            <a:noAutofit/>
          </a:bodyPr>
          <a:lstStyle>
            <a:lvl1pPr marL="0" indent="0" algn="ctr" rtl="0">
              <a:spcBef>
                <a:spcPts val="0"/>
              </a:spcBef>
              <a:buNone/>
              <a:defRPr sz="2400" baseline="0">
                <a:solidFill>
                  <a:srgbClr val="FFFFFF"/>
                </a:solidFill>
              </a:defRPr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pontos</a:t>
            </a:r>
          </a:p>
        </p:txBody>
      </p:sp>
      <p:sp>
        <p:nvSpPr>
          <p:cNvPr id="55" name="Espaço Reservado para Texto 7"/>
          <p:cNvSpPr>
            <a:spLocks noGrp="1"/>
          </p:cNvSpPr>
          <p:nvPr>
            <p:ph type="body" sz="quarter" idx="33" hasCustomPrompt="1"/>
          </p:nvPr>
        </p:nvSpPr>
        <p:spPr>
          <a:xfrm>
            <a:off x="332703" y="4568778"/>
            <a:ext cx="2099258" cy="914400"/>
          </a:xfr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rtlCol="0" anchor="ctr">
            <a:noAutofit/>
          </a:bodyPr>
          <a:lstStyle>
            <a:lvl1pPr marL="0" indent="0" algn="ctr" rtl="0">
              <a:spcBef>
                <a:spcPts val="0"/>
              </a:spcBef>
              <a:buNone/>
              <a:defRPr sz="2400" baseline="0">
                <a:solidFill>
                  <a:srgbClr val="FFFFFF"/>
                </a:solidFill>
              </a:defRPr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pontos</a:t>
            </a:r>
          </a:p>
        </p:txBody>
      </p:sp>
      <p:sp>
        <p:nvSpPr>
          <p:cNvPr id="60" name="Espaço Reservado para Texto 7"/>
          <p:cNvSpPr>
            <a:spLocks noGrp="1"/>
          </p:cNvSpPr>
          <p:nvPr>
            <p:ph type="body" sz="quarter" idx="38" hasCustomPrompt="1"/>
          </p:nvPr>
        </p:nvSpPr>
        <p:spPr>
          <a:xfrm>
            <a:off x="332703" y="5586207"/>
            <a:ext cx="2099258" cy="914400"/>
          </a:xfr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rtlCol="0" anchor="ctr">
            <a:noAutofit/>
          </a:bodyPr>
          <a:lstStyle>
            <a:lvl1pPr marL="0" indent="0" algn="ctr" rtl="0">
              <a:spcBef>
                <a:spcPts val="0"/>
              </a:spcBef>
              <a:buNone/>
              <a:defRPr sz="2400" baseline="0">
                <a:solidFill>
                  <a:srgbClr val="FFFFFF"/>
                </a:solidFill>
              </a:defRPr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pontos</a:t>
            </a:r>
          </a:p>
        </p:txBody>
      </p:sp>
      <p:sp>
        <p:nvSpPr>
          <p:cNvPr id="36" name="Espaço Reservado para Texto 7"/>
          <p:cNvSpPr>
            <a:spLocks noGrp="1"/>
          </p:cNvSpPr>
          <p:nvPr>
            <p:ph type="body" sz="quarter" idx="14" hasCustomPrompt="1"/>
          </p:nvPr>
        </p:nvSpPr>
        <p:spPr>
          <a:xfrm>
            <a:off x="2689537" y="357393"/>
            <a:ext cx="2099258" cy="914400"/>
          </a:xfr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0" indent="0" algn="ctr" rtl="0"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</a:defRPr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Categoria 2</a:t>
            </a:r>
          </a:p>
        </p:txBody>
      </p:sp>
      <p:sp>
        <p:nvSpPr>
          <p:cNvPr id="41" name="Espaço Reservado para Texto 7"/>
          <p:cNvSpPr>
            <a:spLocks noGrp="1"/>
          </p:cNvSpPr>
          <p:nvPr>
            <p:ph type="body" sz="quarter" idx="19" hasCustomPrompt="1"/>
          </p:nvPr>
        </p:nvSpPr>
        <p:spPr>
          <a:xfrm>
            <a:off x="2689537" y="1516491"/>
            <a:ext cx="2099258" cy="914400"/>
          </a:xfr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rtlCol="0" anchor="ctr">
            <a:noAutofit/>
          </a:bodyPr>
          <a:lstStyle>
            <a:lvl1pPr marL="0" indent="0" algn="ctr" rtl="0">
              <a:spcBef>
                <a:spcPts val="0"/>
              </a:spcBef>
              <a:buNone/>
              <a:defRPr sz="2400" baseline="0">
                <a:solidFill>
                  <a:srgbClr val="FFFFFF"/>
                </a:solidFill>
              </a:defRPr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pontos</a:t>
            </a:r>
          </a:p>
        </p:txBody>
      </p:sp>
      <p:sp>
        <p:nvSpPr>
          <p:cNvPr id="46" name="Espaço Reservado para Texto 7"/>
          <p:cNvSpPr>
            <a:spLocks noGrp="1"/>
          </p:cNvSpPr>
          <p:nvPr>
            <p:ph type="body" sz="quarter" idx="24" hasCustomPrompt="1"/>
          </p:nvPr>
        </p:nvSpPr>
        <p:spPr>
          <a:xfrm>
            <a:off x="2689537" y="2533920"/>
            <a:ext cx="2099258" cy="914400"/>
          </a:xfr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rtlCol="0" anchor="ctr">
            <a:noAutofit/>
          </a:bodyPr>
          <a:lstStyle>
            <a:lvl1pPr marL="0" indent="0" algn="ctr" rtl="0">
              <a:spcBef>
                <a:spcPts val="0"/>
              </a:spcBef>
              <a:buNone/>
              <a:defRPr sz="2400" baseline="0">
                <a:solidFill>
                  <a:srgbClr val="FFFFFF"/>
                </a:solidFill>
              </a:defRPr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pontos</a:t>
            </a:r>
          </a:p>
        </p:txBody>
      </p:sp>
      <p:sp>
        <p:nvSpPr>
          <p:cNvPr id="51" name="Espaço Reservado para Texto 7"/>
          <p:cNvSpPr>
            <a:spLocks noGrp="1"/>
          </p:cNvSpPr>
          <p:nvPr>
            <p:ph type="body" sz="quarter" idx="29" hasCustomPrompt="1"/>
          </p:nvPr>
        </p:nvSpPr>
        <p:spPr>
          <a:xfrm>
            <a:off x="2689537" y="3551349"/>
            <a:ext cx="2099258" cy="914400"/>
          </a:xfr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rtlCol="0" anchor="ctr">
            <a:noAutofit/>
          </a:bodyPr>
          <a:lstStyle>
            <a:lvl1pPr marL="0" indent="0" algn="ctr" rtl="0">
              <a:spcBef>
                <a:spcPts val="0"/>
              </a:spcBef>
              <a:buNone/>
              <a:defRPr sz="2400" baseline="0">
                <a:solidFill>
                  <a:srgbClr val="FFFFFF"/>
                </a:solidFill>
              </a:defRPr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pontos</a:t>
            </a:r>
          </a:p>
        </p:txBody>
      </p:sp>
      <p:sp>
        <p:nvSpPr>
          <p:cNvPr id="56" name="Espaço Reservado para Texto 7"/>
          <p:cNvSpPr>
            <a:spLocks noGrp="1"/>
          </p:cNvSpPr>
          <p:nvPr>
            <p:ph type="body" sz="quarter" idx="34" hasCustomPrompt="1"/>
          </p:nvPr>
        </p:nvSpPr>
        <p:spPr>
          <a:xfrm>
            <a:off x="2689537" y="4568778"/>
            <a:ext cx="2099258" cy="914400"/>
          </a:xfr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rtlCol="0" anchor="ctr">
            <a:noAutofit/>
          </a:bodyPr>
          <a:lstStyle>
            <a:lvl1pPr marL="0" indent="0" algn="ctr" rtl="0">
              <a:spcBef>
                <a:spcPts val="0"/>
              </a:spcBef>
              <a:buNone/>
              <a:defRPr sz="2400" baseline="0">
                <a:solidFill>
                  <a:srgbClr val="FFFFFF"/>
                </a:solidFill>
              </a:defRPr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pontos</a:t>
            </a:r>
          </a:p>
        </p:txBody>
      </p:sp>
      <p:sp>
        <p:nvSpPr>
          <p:cNvPr id="61" name="Espaço Reservado para Texto 7"/>
          <p:cNvSpPr>
            <a:spLocks noGrp="1"/>
          </p:cNvSpPr>
          <p:nvPr>
            <p:ph type="body" sz="quarter" idx="39" hasCustomPrompt="1"/>
          </p:nvPr>
        </p:nvSpPr>
        <p:spPr>
          <a:xfrm>
            <a:off x="2689537" y="5586207"/>
            <a:ext cx="2099258" cy="914400"/>
          </a:xfr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rtlCol="0" anchor="ctr">
            <a:noAutofit/>
          </a:bodyPr>
          <a:lstStyle>
            <a:lvl1pPr marL="0" indent="0" algn="ctr" rtl="0">
              <a:spcBef>
                <a:spcPts val="0"/>
              </a:spcBef>
              <a:buNone/>
              <a:defRPr sz="2400" baseline="0">
                <a:solidFill>
                  <a:srgbClr val="FFFFFF"/>
                </a:solidFill>
              </a:defRPr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pontos</a:t>
            </a:r>
          </a:p>
        </p:txBody>
      </p:sp>
      <p:sp>
        <p:nvSpPr>
          <p:cNvPr id="37" name="Espaço Reservado para Texto 7"/>
          <p:cNvSpPr>
            <a:spLocks noGrp="1"/>
          </p:cNvSpPr>
          <p:nvPr>
            <p:ph type="body" sz="quarter" idx="15" hasCustomPrompt="1"/>
          </p:nvPr>
        </p:nvSpPr>
        <p:spPr>
          <a:xfrm>
            <a:off x="5046371" y="357393"/>
            <a:ext cx="2099258" cy="914400"/>
          </a:xfr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 rtl="0"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</a:defRPr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Categoria 3</a:t>
            </a:r>
          </a:p>
        </p:txBody>
      </p:sp>
      <p:sp>
        <p:nvSpPr>
          <p:cNvPr id="42" name="Espaço Reservado para Texto 7"/>
          <p:cNvSpPr>
            <a:spLocks noGrp="1"/>
          </p:cNvSpPr>
          <p:nvPr>
            <p:ph type="body" sz="quarter" idx="20" hasCustomPrompt="1"/>
          </p:nvPr>
        </p:nvSpPr>
        <p:spPr>
          <a:xfrm>
            <a:off x="5046371" y="1516491"/>
            <a:ext cx="2099258" cy="914400"/>
          </a:xfr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rtlCol="0" anchor="ctr">
            <a:noAutofit/>
          </a:bodyPr>
          <a:lstStyle>
            <a:lvl1pPr marL="0" indent="0" algn="ctr" rtl="0">
              <a:spcBef>
                <a:spcPts val="0"/>
              </a:spcBef>
              <a:buNone/>
              <a:defRPr sz="2400" baseline="0">
                <a:solidFill>
                  <a:srgbClr val="FFFFFF"/>
                </a:solidFill>
              </a:defRPr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pontos</a:t>
            </a:r>
          </a:p>
        </p:txBody>
      </p:sp>
      <p:sp>
        <p:nvSpPr>
          <p:cNvPr id="47" name="Espaço Reservado para Texto 7"/>
          <p:cNvSpPr>
            <a:spLocks noGrp="1"/>
          </p:cNvSpPr>
          <p:nvPr>
            <p:ph type="body" sz="quarter" idx="25" hasCustomPrompt="1"/>
          </p:nvPr>
        </p:nvSpPr>
        <p:spPr>
          <a:xfrm>
            <a:off x="5046371" y="2533920"/>
            <a:ext cx="2099258" cy="914400"/>
          </a:xfr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rtlCol="0" anchor="ctr">
            <a:noAutofit/>
          </a:bodyPr>
          <a:lstStyle>
            <a:lvl1pPr marL="0" indent="0" algn="ctr" rtl="0">
              <a:spcBef>
                <a:spcPts val="0"/>
              </a:spcBef>
              <a:buNone/>
              <a:defRPr sz="2400" baseline="0">
                <a:solidFill>
                  <a:srgbClr val="FFFFFF"/>
                </a:solidFill>
              </a:defRPr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pontos</a:t>
            </a:r>
          </a:p>
        </p:txBody>
      </p:sp>
      <p:sp>
        <p:nvSpPr>
          <p:cNvPr id="52" name="Espaço Reservado para Texto 7"/>
          <p:cNvSpPr>
            <a:spLocks noGrp="1"/>
          </p:cNvSpPr>
          <p:nvPr>
            <p:ph type="body" sz="quarter" idx="30" hasCustomPrompt="1"/>
          </p:nvPr>
        </p:nvSpPr>
        <p:spPr>
          <a:xfrm>
            <a:off x="5046371" y="3551349"/>
            <a:ext cx="2099258" cy="914400"/>
          </a:xfr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rtlCol="0" anchor="ctr">
            <a:noAutofit/>
          </a:bodyPr>
          <a:lstStyle>
            <a:lvl1pPr marL="0" indent="0" algn="ctr" rtl="0">
              <a:spcBef>
                <a:spcPts val="0"/>
              </a:spcBef>
              <a:buNone/>
              <a:defRPr sz="2400" baseline="0">
                <a:solidFill>
                  <a:srgbClr val="FFFFFF"/>
                </a:solidFill>
              </a:defRPr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pontos</a:t>
            </a:r>
          </a:p>
        </p:txBody>
      </p:sp>
      <p:sp>
        <p:nvSpPr>
          <p:cNvPr id="57" name="Espaço Reservado para Texto 7"/>
          <p:cNvSpPr>
            <a:spLocks noGrp="1"/>
          </p:cNvSpPr>
          <p:nvPr>
            <p:ph type="body" sz="quarter" idx="35" hasCustomPrompt="1"/>
          </p:nvPr>
        </p:nvSpPr>
        <p:spPr>
          <a:xfrm>
            <a:off x="5046371" y="4568778"/>
            <a:ext cx="2099258" cy="914400"/>
          </a:xfr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rtlCol="0" anchor="ctr">
            <a:noAutofit/>
          </a:bodyPr>
          <a:lstStyle>
            <a:lvl1pPr marL="0" indent="0" algn="ctr" rtl="0">
              <a:spcBef>
                <a:spcPts val="0"/>
              </a:spcBef>
              <a:buNone/>
              <a:defRPr sz="2400" baseline="0">
                <a:solidFill>
                  <a:srgbClr val="FFFFFF"/>
                </a:solidFill>
              </a:defRPr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pontos</a:t>
            </a:r>
          </a:p>
        </p:txBody>
      </p:sp>
      <p:sp>
        <p:nvSpPr>
          <p:cNvPr id="62" name="Espaço Reservado para Texto 7"/>
          <p:cNvSpPr>
            <a:spLocks noGrp="1"/>
          </p:cNvSpPr>
          <p:nvPr>
            <p:ph type="body" sz="quarter" idx="40" hasCustomPrompt="1"/>
          </p:nvPr>
        </p:nvSpPr>
        <p:spPr>
          <a:xfrm>
            <a:off x="5046371" y="5586207"/>
            <a:ext cx="2099258" cy="914400"/>
          </a:xfr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rtlCol="0" anchor="ctr">
            <a:noAutofit/>
          </a:bodyPr>
          <a:lstStyle>
            <a:lvl1pPr marL="0" indent="0" algn="ctr" rtl="0">
              <a:spcBef>
                <a:spcPts val="0"/>
              </a:spcBef>
              <a:buNone/>
              <a:defRPr sz="2400" baseline="0">
                <a:solidFill>
                  <a:srgbClr val="FFFFFF"/>
                </a:solidFill>
              </a:defRPr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pontos</a:t>
            </a:r>
          </a:p>
        </p:txBody>
      </p:sp>
      <p:sp>
        <p:nvSpPr>
          <p:cNvPr id="38" name="Espaço Reservado para Texto 7"/>
          <p:cNvSpPr>
            <a:spLocks noGrp="1"/>
          </p:cNvSpPr>
          <p:nvPr>
            <p:ph type="body" sz="quarter" idx="16" hasCustomPrompt="1"/>
          </p:nvPr>
        </p:nvSpPr>
        <p:spPr>
          <a:xfrm>
            <a:off x="7403205" y="357393"/>
            <a:ext cx="2099258" cy="914400"/>
          </a:xfr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rtlCol="0" anchor="ctr">
            <a:noAutofit/>
          </a:bodyPr>
          <a:lstStyle>
            <a:lvl1pPr marL="0" indent="0" algn="ctr" rtl="0"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</a:defRPr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Categoria 4</a:t>
            </a:r>
          </a:p>
        </p:txBody>
      </p:sp>
      <p:sp>
        <p:nvSpPr>
          <p:cNvPr id="43" name="Espaço Reservado para Texto 7"/>
          <p:cNvSpPr>
            <a:spLocks noGrp="1"/>
          </p:cNvSpPr>
          <p:nvPr>
            <p:ph type="body" sz="quarter" idx="21" hasCustomPrompt="1"/>
          </p:nvPr>
        </p:nvSpPr>
        <p:spPr>
          <a:xfrm>
            <a:off x="7403205" y="1516491"/>
            <a:ext cx="2099258" cy="914400"/>
          </a:xfr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rtlCol="0" anchor="ctr">
            <a:noAutofit/>
          </a:bodyPr>
          <a:lstStyle>
            <a:lvl1pPr marL="0" indent="0" algn="ctr" rtl="0">
              <a:spcBef>
                <a:spcPts val="0"/>
              </a:spcBef>
              <a:buNone/>
              <a:defRPr sz="2400" baseline="0">
                <a:solidFill>
                  <a:srgbClr val="FFFFFF"/>
                </a:solidFill>
              </a:defRPr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pontos</a:t>
            </a:r>
          </a:p>
        </p:txBody>
      </p:sp>
      <p:sp>
        <p:nvSpPr>
          <p:cNvPr id="48" name="Espaço Reservado para Texto 7"/>
          <p:cNvSpPr>
            <a:spLocks noGrp="1"/>
          </p:cNvSpPr>
          <p:nvPr>
            <p:ph type="body" sz="quarter" idx="26" hasCustomPrompt="1"/>
          </p:nvPr>
        </p:nvSpPr>
        <p:spPr>
          <a:xfrm>
            <a:off x="7403205" y="2533920"/>
            <a:ext cx="2099258" cy="914400"/>
          </a:xfr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rtlCol="0" anchor="ctr">
            <a:noAutofit/>
          </a:bodyPr>
          <a:lstStyle>
            <a:lvl1pPr marL="0" indent="0" algn="ctr" rtl="0">
              <a:spcBef>
                <a:spcPts val="0"/>
              </a:spcBef>
              <a:buNone/>
              <a:defRPr sz="2400" baseline="0">
                <a:solidFill>
                  <a:srgbClr val="FFFFFF"/>
                </a:solidFill>
              </a:defRPr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pontos</a:t>
            </a:r>
          </a:p>
        </p:txBody>
      </p:sp>
      <p:sp>
        <p:nvSpPr>
          <p:cNvPr id="53" name="Espaço Reservado para Texto 7"/>
          <p:cNvSpPr>
            <a:spLocks noGrp="1"/>
          </p:cNvSpPr>
          <p:nvPr>
            <p:ph type="body" sz="quarter" idx="31" hasCustomPrompt="1"/>
          </p:nvPr>
        </p:nvSpPr>
        <p:spPr>
          <a:xfrm>
            <a:off x="7403205" y="3551349"/>
            <a:ext cx="2099258" cy="914400"/>
          </a:xfr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rtlCol="0" anchor="ctr">
            <a:noAutofit/>
          </a:bodyPr>
          <a:lstStyle>
            <a:lvl1pPr marL="0" indent="0" algn="ctr" rtl="0">
              <a:spcBef>
                <a:spcPts val="0"/>
              </a:spcBef>
              <a:buNone/>
              <a:defRPr sz="2400" baseline="0">
                <a:solidFill>
                  <a:srgbClr val="FFFFFF"/>
                </a:solidFill>
              </a:defRPr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pontos</a:t>
            </a:r>
          </a:p>
        </p:txBody>
      </p:sp>
      <p:sp>
        <p:nvSpPr>
          <p:cNvPr id="58" name="Espaço Reservado para Texto 7"/>
          <p:cNvSpPr>
            <a:spLocks noGrp="1"/>
          </p:cNvSpPr>
          <p:nvPr>
            <p:ph type="body" sz="quarter" idx="36" hasCustomPrompt="1"/>
          </p:nvPr>
        </p:nvSpPr>
        <p:spPr>
          <a:xfrm>
            <a:off x="7403205" y="4568778"/>
            <a:ext cx="2099258" cy="914400"/>
          </a:xfr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rtlCol="0" anchor="ctr">
            <a:noAutofit/>
          </a:bodyPr>
          <a:lstStyle>
            <a:lvl1pPr marL="0" indent="0" algn="ctr" rtl="0">
              <a:spcBef>
                <a:spcPts val="0"/>
              </a:spcBef>
              <a:buNone/>
              <a:defRPr sz="2400" baseline="0">
                <a:solidFill>
                  <a:srgbClr val="FFFFFF"/>
                </a:solidFill>
              </a:defRPr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pontos</a:t>
            </a:r>
          </a:p>
        </p:txBody>
      </p:sp>
      <p:sp>
        <p:nvSpPr>
          <p:cNvPr id="63" name="Espaço Reservado para Texto 7"/>
          <p:cNvSpPr>
            <a:spLocks noGrp="1"/>
          </p:cNvSpPr>
          <p:nvPr>
            <p:ph type="body" sz="quarter" idx="41" hasCustomPrompt="1"/>
          </p:nvPr>
        </p:nvSpPr>
        <p:spPr>
          <a:xfrm>
            <a:off x="7403205" y="5586207"/>
            <a:ext cx="2099258" cy="914400"/>
          </a:xfr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rtlCol="0" anchor="ctr">
            <a:noAutofit/>
          </a:bodyPr>
          <a:lstStyle>
            <a:lvl1pPr marL="0" indent="0" algn="ctr" rtl="0">
              <a:spcBef>
                <a:spcPts val="0"/>
              </a:spcBef>
              <a:buNone/>
              <a:defRPr sz="2400" baseline="0">
                <a:solidFill>
                  <a:srgbClr val="FFFFFF"/>
                </a:solidFill>
              </a:defRPr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pontos</a:t>
            </a:r>
          </a:p>
        </p:txBody>
      </p:sp>
      <p:sp>
        <p:nvSpPr>
          <p:cNvPr id="39" name="Espaço Reservado para Texto 7"/>
          <p:cNvSpPr>
            <a:spLocks noGrp="1"/>
          </p:cNvSpPr>
          <p:nvPr>
            <p:ph type="body" sz="quarter" idx="17" hasCustomPrompt="1"/>
          </p:nvPr>
        </p:nvSpPr>
        <p:spPr>
          <a:xfrm>
            <a:off x="9760039" y="357393"/>
            <a:ext cx="2099258" cy="914400"/>
          </a:xfr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rtlCol="0" anchor="ctr">
            <a:noAutofit/>
          </a:bodyPr>
          <a:lstStyle>
            <a:lvl1pPr marL="0" indent="0" algn="ctr" rtl="0"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</a:defRPr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Categoria 5</a:t>
            </a:r>
          </a:p>
        </p:txBody>
      </p:sp>
      <p:sp>
        <p:nvSpPr>
          <p:cNvPr id="44" name="Espaço Reservado para Texto 7"/>
          <p:cNvSpPr>
            <a:spLocks noGrp="1"/>
          </p:cNvSpPr>
          <p:nvPr>
            <p:ph type="body" sz="quarter" idx="22" hasCustomPrompt="1"/>
          </p:nvPr>
        </p:nvSpPr>
        <p:spPr>
          <a:xfrm>
            <a:off x="9760039" y="1516491"/>
            <a:ext cx="2099258" cy="914400"/>
          </a:xfr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rtlCol="0" anchor="ctr">
            <a:noAutofit/>
          </a:bodyPr>
          <a:lstStyle>
            <a:lvl1pPr marL="0" indent="0" algn="ctr" rtl="0">
              <a:spcBef>
                <a:spcPts val="0"/>
              </a:spcBef>
              <a:buNone/>
              <a:defRPr sz="2400" baseline="0">
                <a:solidFill>
                  <a:srgbClr val="FFFFFF"/>
                </a:solidFill>
              </a:defRPr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pontos</a:t>
            </a:r>
          </a:p>
        </p:txBody>
      </p:sp>
      <p:sp>
        <p:nvSpPr>
          <p:cNvPr id="49" name="Espaço Reservado para Texto 7"/>
          <p:cNvSpPr>
            <a:spLocks noGrp="1"/>
          </p:cNvSpPr>
          <p:nvPr>
            <p:ph type="body" sz="quarter" idx="27" hasCustomPrompt="1"/>
          </p:nvPr>
        </p:nvSpPr>
        <p:spPr>
          <a:xfrm>
            <a:off x="9760039" y="2533920"/>
            <a:ext cx="2099258" cy="914400"/>
          </a:xfr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rtlCol="0" anchor="ctr">
            <a:noAutofit/>
          </a:bodyPr>
          <a:lstStyle>
            <a:lvl1pPr marL="0" indent="0" algn="ctr" rtl="0">
              <a:spcBef>
                <a:spcPts val="0"/>
              </a:spcBef>
              <a:buNone/>
              <a:defRPr sz="2400" baseline="0">
                <a:solidFill>
                  <a:srgbClr val="FFFFFF"/>
                </a:solidFill>
              </a:defRPr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pontos</a:t>
            </a:r>
          </a:p>
        </p:txBody>
      </p:sp>
      <p:sp>
        <p:nvSpPr>
          <p:cNvPr id="54" name="Espaço Reservado para Texto 7"/>
          <p:cNvSpPr>
            <a:spLocks noGrp="1"/>
          </p:cNvSpPr>
          <p:nvPr>
            <p:ph type="body" sz="quarter" idx="32" hasCustomPrompt="1"/>
          </p:nvPr>
        </p:nvSpPr>
        <p:spPr>
          <a:xfrm>
            <a:off x="9760039" y="3551349"/>
            <a:ext cx="2099258" cy="914400"/>
          </a:xfr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rtlCol="0" anchor="ctr">
            <a:noAutofit/>
          </a:bodyPr>
          <a:lstStyle>
            <a:lvl1pPr marL="0" indent="0" algn="ctr" rtl="0">
              <a:spcBef>
                <a:spcPts val="0"/>
              </a:spcBef>
              <a:buNone/>
              <a:defRPr sz="2400" baseline="0">
                <a:solidFill>
                  <a:srgbClr val="FFFFFF"/>
                </a:solidFill>
              </a:defRPr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pontos</a:t>
            </a:r>
          </a:p>
        </p:txBody>
      </p:sp>
      <p:sp>
        <p:nvSpPr>
          <p:cNvPr id="59" name="Espaço Reservado para Texto 7"/>
          <p:cNvSpPr>
            <a:spLocks noGrp="1"/>
          </p:cNvSpPr>
          <p:nvPr>
            <p:ph type="body" sz="quarter" idx="37" hasCustomPrompt="1"/>
          </p:nvPr>
        </p:nvSpPr>
        <p:spPr>
          <a:xfrm>
            <a:off x="9760039" y="4568778"/>
            <a:ext cx="2099258" cy="914400"/>
          </a:xfr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rtlCol="0" anchor="ctr">
            <a:noAutofit/>
          </a:bodyPr>
          <a:lstStyle>
            <a:lvl1pPr marL="0" indent="0" algn="ctr" rtl="0">
              <a:spcBef>
                <a:spcPts val="0"/>
              </a:spcBef>
              <a:buNone/>
              <a:defRPr sz="2400" baseline="0">
                <a:solidFill>
                  <a:srgbClr val="FFFFFF"/>
                </a:solidFill>
              </a:defRPr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pontos</a:t>
            </a:r>
          </a:p>
        </p:txBody>
      </p:sp>
      <p:sp>
        <p:nvSpPr>
          <p:cNvPr id="64" name="Espaço Reservado para Texto 7"/>
          <p:cNvSpPr>
            <a:spLocks noGrp="1"/>
          </p:cNvSpPr>
          <p:nvPr>
            <p:ph type="body" sz="quarter" idx="42" hasCustomPrompt="1"/>
          </p:nvPr>
        </p:nvSpPr>
        <p:spPr>
          <a:xfrm>
            <a:off x="9760039" y="5586207"/>
            <a:ext cx="2099258" cy="914400"/>
          </a:xfr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rtlCol="0" anchor="ctr">
            <a:noAutofit/>
          </a:bodyPr>
          <a:lstStyle>
            <a:lvl1pPr marL="0" indent="0" algn="ctr" rtl="0">
              <a:spcBef>
                <a:spcPts val="0"/>
              </a:spcBef>
              <a:buNone/>
              <a:defRPr sz="2400" baseline="0">
                <a:solidFill>
                  <a:srgbClr val="FFFFFF"/>
                </a:solidFill>
              </a:defRPr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pontos</a:t>
            </a:r>
          </a:p>
        </p:txBody>
      </p:sp>
    </p:spTree>
    <p:extLst>
      <p:ext uri="{BB962C8B-B14F-4D97-AF65-F5344CB8AC3E}">
        <p14:creationId xmlns:p14="http://schemas.microsoft.com/office/powerpoint/2010/main" val="3830760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or da categoria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 userDrawn="1"/>
        </p:nvSpPr>
        <p:spPr bwMode="invGray">
          <a:xfrm>
            <a:off x="0" y="3372365"/>
            <a:ext cx="12192000" cy="187488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1133588" y="3522944"/>
            <a:ext cx="10828224" cy="1583628"/>
          </a:xfrm>
        </p:spPr>
        <p:txBody>
          <a:bodyPr rtlCol="0">
            <a:normAutofit/>
          </a:bodyPr>
          <a:lstStyle>
            <a:lvl1pPr algn="l" rtl="0">
              <a:defRPr sz="540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 dirty="0"/>
              <a:t>Slide divisor da categoria 1</a:t>
            </a:r>
          </a:p>
        </p:txBody>
      </p:sp>
    </p:spTree>
    <p:extLst>
      <p:ext uri="{BB962C8B-B14F-4D97-AF65-F5344CB8AC3E}">
        <p14:creationId xmlns:p14="http://schemas.microsoft.com/office/powerpoint/2010/main" val="115712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guntas da categoria 1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"/>
          <p:cNvSpPr txBox="1"/>
          <p:nvPr userDrawn="1"/>
        </p:nvSpPr>
        <p:spPr>
          <a:xfrm rot="16200000">
            <a:off x="-2011120" y="1990047"/>
            <a:ext cx="5749803" cy="176971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just" rtl="0"/>
            <a:r>
              <a:rPr lang="pt-BR" sz="11500" noProof="0" dirty="0">
                <a:solidFill>
                  <a:schemeClr val="bg1">
                    <a:lumMod val="85000"/>
                    <a:lumOff val="15000"/>
                  </a:schemeClr>
                </a:solidFill>
                <a:latin typeface="Corbel" panose="020B0503020204020204" pitchFamily="34" charset="0"/>
                <a:cs typeface="Arial" panose="020B0604020202020204" pitchFamily="34" charset="0"/>
              </a:rPr>
              <a:t>Pergunta</a:t>
            </a:r>
          </a:p>
        </p:txBody>
      </p:sp>
      <p:sp>
        <p:nvSpPr>
          <p:cNvPr id="8" name="Pergunta"/>
          <p:cNvSpPr>
            <a:spLocks noGrp="1"/>
          </p:cNvSpPr>
          <p:nvPr>
            <p:ph type="body" sz="quarter" idx="13" hasCustomPrompt="1"/>
          </p:nvPr>
        </p:nvSpPr>
        <p:spPr>
          <a:xfrm>
            <a:off x="1841679" y="1873957"/>
            <a:ext cx="8885530" cy="2001892"/>
          </a:xfrm>
        </p:spPr>
        <p:txBody>
          <a:bodyPr rtlCol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3200" baseline="0"/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Adicione a pergunta aqui. </a:t>
            </a:r>
          </a:p>
        </p:txBody>
      </p:sp>
      <p:sp>
        <p:nvSpPr>
          <p:cNvPr id="2" name="Retângulo 1"/>
          <p:cNvSpPr/>
          <p:nvPr userDrawn="1"/>
        </p:nvSpPr>
        <p:spPr bwMode="invGray">
          <a:xfrm>
            <a:off x="0" y="5749805"/>
            <a:ext cx="12192000" cy="11081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13" name="Pontos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9109425" y="5900384"/>
            <a:ext cx="1897666" cy="781394"/>
          </a:xfrm>
        </p:spPr>
        <p:txBody>
          <a:bodyPr rtlCol="0" anchor="ctr">
            <a:noAutofit/>
          </a:bodyPr>
          <a:lstStyle>
            <a:lvl1pPr marL="0" indent="0" algn="r" rtl="0">
              <a:spcBef>
                <a:spcPts val="0"/>
              </a:spcBef>
              <a:buNone/>
              <a:defRPr sz="4800" baseline="0">
                <a:solidFill>
                  <a:schemeClr val="tx1">
                    <a:alpha val="63000"/>
                  </a:schemeClr>
                </a:solidFill>
              </a:defRPr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Pontos</a:t>
            </a:r>
          </a:p>
        </p:txBody>
      </p:sp>
      <p:sp>
        <p:nvSpPr>
          <p:cNvPr id="10" name="Retornar ao tabuleiro de jogo">
            <a:hlinkClick r:id="rId2" action="ppaction://hlinksldjump"/>
          </p:cNvPr>
          <p:cNvSpPr/>
          <p:nvPr userDrawn="1"/>
        </p:nvSpPr>
        <p:spPr bwMode="invGray">
          <a:xfrm rot="16200000">
            <a:off x="169030" y="5941115"/>
            <a:ext cx="795528" cy="685800"/>
          </a:xfrm>
          <a:prstGeom prst="triangle">
            <a:avLst/>
          </a:prstGeom>
          <a:solidFill>
            <a:srgbClr val="FFFFFF">
              <a:alpha val="13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 dirty="0">
              <a:solidFill>
                <a:schemeClr val="tx1"/>
              </a:solidFill>
            </a:endParaRPr>
          </a:p>
        </p:txBody>
      </p:sp>
      <p:sp>
        <p:nvSpPr>
          <p:cNvPr id="6" name="Título 5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l" rtl="0">
              <a:defRPr>
                <a:solidFill>
                  <a:schemeClr val="tx1">
                    <a:alpha val="63000"/>
                  </a:schemeClr>
                </a:solidFill>
              </a:defRPr>
            </a:lvl1pPr>
          </a:lstStyle>
          <a:p>
            <a:pPr rtl="0"/>
            <a:r>
              <a:rPr lang="pt-BR" noProof="0" dirty="0"/>
              <a:t>Categoria 1</a:t>
            </a:r>
          </a:p>
        </p:txBody>
      </p:sp>
      <p:sp>
        <p:nvSpPr>
          <p:cNvPr id="14" name="Retornar ao tabuleiro de jogo">
            <a:hlinkClick r:id="" action="ppaction://hlinkshowjump?jump=nextslide"/>
          </p:cNvPr>
          <p:cNvSpPr/>
          <p:nvPr userDrawn="1"/>
        </p:nvSpPr>
        <p:spPr bwMode="invGray">
          <a:xfrm rot="5400000" flipH="1">
            <a:off x="11220383" y="5941115"/>
            <a:ext cx="795528" cy="685800"/>
          </a:xfrm>
          <a:prstGeom prst="triangle">
            <a:avLst/>
          </a:prstGeom>
          <a:solidFill>
            <a:srgbClr val="FFFFFF">
              <a:alpha val="13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8229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postas da Categoria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"/>
          <p:cNvSpPr txBox="1"/>
          <p:nvPr userDrawn="1"/>
        </p:nvSpPr>
        <p:spPr>
          <a:xfrm rot="16200000">
            <a:off x="-2011120" y="1990048"/>
            <a:ext cx="5749803" cy="176971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just" rtl="0"/>
            <a:r>
              <a:rPr lang="pt-BR" sz="11500" noProof="0" dirty="0">
                <a:solidFill>
                  <a:schemeClr val="bg1">
                    <a:lumMod val="85000"/>
                    <a:lumOff val="15000"/>
                  </a:schemeClr>
                </a:solidFill>
                <a:latin typeface="Corbel" panose="020B0503020204020204" pitchFamily="34" charset="0"/>
                <a:cs typeface="Arial" panose="020B0604020202020204" pitchFamily="34" charset="0"/>
              </a:rPr>
              <a:t>Resposta</a:t>
            </a:r>
          </a:p>
        </p:txBody>
      </p:sp>
      <p:sp>
        <p:nvSpPr>
          <p:cNvPr id="8" name="Pergunta"/>
          <p:cNvSpPr>
            <a:spLocks noGrp="1"/>
          </p:cNvSpPr>
          <p:nvPr>
            <p:ph type="body" sz="quarter" idx="13" hasCustomPrompt="1"/>
          </p:nvPr>
        </p:nvSpPr>
        <p:spPr>
          <a:xfrm>
            <a:off x="1841679" y="1873957"/>
            <a:ext cx="8885530" cy="2001892"/>
          </a:xfrm>
        </p:spPr>
        <p:txBody>
          <a:bodyPr rtlCol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3200" baseline="0"/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Adicione a resposta aqui. </a:t>
            </a:r>
          </a:p>
        </p:txBody>
      </p:sp>
      <p:sp>
        <p:nvSpPr>
          <p:cNvPr id="2" name="Retângulo 1"/>
          <p:cNvSpPr/>
          <p:nvPr userDrawn="1"/>
        </p:nvSpPr>
        <p:spPr bwMode="invGray">
          <a:xfrm>
            <a:off x="0" y="5749805"/>
            <a:ext cx="12192000" cy="110819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13" name="Pontos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9109424" y="5900385"/>
            <a:ext cx="2852388" cy="781394"/>
          </a:xfrm>
        </p:spPr>
        <p:txBody>
          <a:bodyPr rtlCol="0" anchor="ctr">
            <a:noAutofit/>
          </a:bodyPr>
          <a:lstStyle>
            <a:lvl1pPr marL="0" indent="0" algn="r" rtl="0">
              <a:spcBef>
                <a:spcPts val="0"/>
              </a:spcBef>
              <a:buNone/>
              <a:defRPr sz="4800" baseline="0">
                <a:solidFill>
                  <a:schemeClr val="tx1">
                    <a:alpha val="63000"/>
                  </a:schemeClr>
                </a:solidFill>
              </a:defRPr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Pontos</a:t>
            </a:r>
          </a:p>
        </p:txBody>
      </p:sp>
      <p:sp>
        <p:nvSpPr>
          <p:cNvPr id="10" name="Retornar ao tabuleiro de jogo">
            <a:hlinkClick r:id="rId2" action="ppaction://hlinksldjump"/>
          </p:cNvPr>
          <p:cNvSpPr/>
          <p:nvPr userDrawn="1"/>
        </p:nvSpPr>
        <p:spPr bwMode="invGray">
          <a:xfrm rot="16200000">
            <a:off x="169030" y="5941115"/>
            <a:ext cx="795528" cy="685800"/>
          </a:xfrm>
          <a:prstGeom prst="triangle">
            <a:avLst/>
          </a:prstGeom>
          <a:solidFill>
            <a:srgbClr val="FFFFFF">
              <a:alpha val="13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 dirty="0">
              <a:solidFill>
                <a:schemeClr val="tx1"/>
              </a:solidFill>
            </a:endParaRPr>
          </a:p>
        </p:txBody>
      </p:sp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l" rtl="0">
              <a:defRPr>
                <a:solidFill>
                  <a:schemeClr val="tx1">
                    <a:alpha val="63000"/>
                  </a:schemeClr>
                </a:solidFill>
              </a:defRPr>
            </a:lvl1pPr>
          </a:lstStyle>
          <a:p>
            <a:pPr rtl="0"/>
            <a:r>
              <a:rPr lang="pt-BR" noProof="0" dirty="0"/>
              <a:t>Categoria 1</a:t>
            </a:r>
          </a:p>
        </p:txBody>
      </p:sp>
    </p:spTree>
    <p:extLst>
      <p:ext uri="{BB962C8B-B14F-4D97-AF65-F5344CB8AC3E}">
        <p14:creationId xmlns:p14="http://schemas.microsoft.com/office/powerpoint/2010/main" val="1319601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or da categori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 userDrawn="1"/>
        </p:nvSpPr>
        <p:spPr bwMode="invGray">
          <a:xfrm>
            <a:off x="0" y="3372365"/>
            <a:ext cx="12192000" cy="18748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1133588" y="3522944"/>
            <a:ext cx="10828224" cy="1583628"/>
          </a:xfrm>
        </p:spPr>
        <p:txBody>
          <a:bodyPr rtlCol="0">
            <a:normAutofit/>
          </a:bodyPr>
          <a:lstStyle>
            <a:lvl1pPr algn="l" rtl="0">
              <a:defRPr sz="540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 dirty="0"/>
              <a:t>Slide divisor da categoria 2</a:t>
            </a:r>
          </a:p>
        </p:txBody>
      </p:sp>
    </p:spTree>
    <p:extLst>
      <p:ext uri="{BB962C8B-B14F-4D97-AF65-F5344CB8AC3E}">
        <p14:creationId xmlns:p14="http://schemas.microsoft.com/office/powerpoint/2010/main" val="1317110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guntas da categori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"/>
          <p:cNvSpPr txBox="1"/>
          <p:nvPr userDrawn="1"/>
        </p:nvSpPr>
        <p:spPr>
          <a:xfrm rot="16200000">
            <a:off x="-2011120" y="1990047"/>
            <a:ext cx="5749803" cy="176971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just" rtl="0"/>
            <a:r>
              <a:rPr lang="pt-BR" sz="11500" noProof="0" dirty="0">
                <a:solidFill>
                  <a:schemeClr val="bg1">
                    <a:lumMod val="85000"/>
                    <a:lumOff val="15000"/>
                  </a:schemeClr>
                </a:solidFill>
                <a:latin typeface="Corbel" panose="020B0503020204020204" pitchFamily="34" charset="0"/>
                <a:cs typeface="Arial" panose="020B0604020202020204" pitchFamily="34" charset="0"/>
              </a:rPr>
              <a:t>Pergunta</a:t>
            </a:r>
          </a:p>
        </p:txBody>
      </p:sp>
      <p:sp>
        <p:nvSpPr>
          <p:cNvPr id="8" name="Pergunta"/>
          <p:cNvSpPr>
            <a:spLocks noGrp="1"/>
          </p:cNvSpPr>
          <p:nvPr>
            <p:ph type="body" sz="quarter" idx="13" hasCustomPrompt="1"/>
          </p:nvPr>
        </p:nvSpPr>
        <p:spPr>
          <a:xfrm>
            <a:off x="1841679" y="1873957"/>
            <a:ext cx="8885530" cy="2001892"/>
          </a:xfrm>
        </p:spPr>
        <p:txBody>
          <a:bodyPr rtlCol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3200" baseline="0"/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Adicione a pergunta aqui. </a:t>
            </a:r>
          </a:p>
        </p:txBody>
      </p:sp>
      <p:sp>
        <p:nvSpPr>
          <p:cNvPr id="2" name="Retângulo 1"/>
          <p:cNvSpPr/>
          <p:nvPr userDrawn="1"/>
        </p:nvSpPr>
        <p:spPr bwMode="invGray">
          <a:xfrm>
            <a:off x="0" y="5749805"/>
            <a:ext cx="12192000" cy="11081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13" name="Pontos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9109425" y="5900384"/>
            <a:ext cx="1897666" cy="781394"/>
          </a:xfrm>
        </p:spPr>
        <p:txBody>
          <a:bodyPr rtlCol="0" anchor="ctr">
            <a:noAutofit/>
          </a:bodyPr>
          <a:lstStyle>
            <a:lvl1pPr marL="0" indent="0" algn="r" rtl="0">
              <a:spcBef>
                <a:spcPts val="0"/>
              </a:spcBef>
              <a:buNone/>
              <a:defRPr sz="4800" baseline="0">
                <a:solidFill>
                  <a:schemeClr val="tx1">
                    <a:alpha val="63000"/>
                  </a:schemeClr>
                </a:solidFill>
              </a:defRPr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Pontos</a:t>
            </a:r>
          </a:p>
        </p:txBody>
      </p:sp>
      <p:sp>
        <p:nvSpPr>
          <p:cNvPr id="10" name="Retornar ao tabuleiro de jogo">
            <a:hlinkClick r:id="rId2" action="ppaction://hlinksldjump"/>
          </p:cNvPr>
          <p:cNvSpPr/>
          <p:nvPr userDrawn="1"/>
        </p:nvSpPr>
        <p:spPr bwMode="invGray">
          <a:xfrm rot="16200000">
            <a:off x="169030" y="5941115"/>
            <a:ext cx="795528" cy="685800"/>
          </a:xfrm>
          <a:prstGeom prst="triangle">
            <a:avLst/>
          </a:prstGeom>
          <a:solidFill>
            <a:srgbClr val="FFFFFF">
              <a:alpha val="13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 dirty="0">
              <a:solidFill>
                <a:schemeClr val="tx1"/>
              </a:solidFill>
            </a:endParaRPr>
          </a:p>
        </p:txBody>
      </p:sp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l" rtl="0">
              <a:defRPr>
                <a:solidFill>
                  <a:schemeClr val="tx1">
                    <a:alpha val="63000"/>
                  </a:schemeClr>
                </a:solidFill>
              </a:defRPr>
            </a:lvl1pPr>
          </a:lstStyle>
          <a:p>
            <a:pPr rtl="0"/>
            <a:r>
              <a:rPr lang="pt-BR" noProof="0" dirty="0"/>
              <a:t>Categoria 2</a:t>
            </a:r>
          </a:p>
        </p:txBody>
      </p:sp>
      <p:sp>
        <p:nvSpPr>
          <p:cNvPr id="12" name="Retornar ao tabuleiro de jogo">
            <a:hlinkClick r:id="" action="ppaction://hlinkshowjump?jump=nextslide"/>
          </p:cNvPr>
          <p:cNvSpPr/>
          <p:nvPr userDrawn="1"/>
        </p:nvSpPr>
        <p:spPr bwMode="invGray">
          <a:xfrm rot="5400000" flipH="1">
            <a:off x="11220383" y="5941115"/>
            <a:ext cx="795528" cy="685800"/>
          </a:xfrm>
          <a:prstGeom prst="triangle">
            <a:avLst/>
          </a:prstGeom>
          <a:solidFill>
            <a:srgbClr val="FFFFFF">
              <a:alpha val="13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7391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postas da Categori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"/>
          <p:cNvSpPr txBox="1"/>
          <p:nvPr userDrawn="1"/>
        </p:nvSpPr>
        <p:spPr>
          <a:xfrm rot="16200000">
            <a:off x="-2011120" y="1990048"/>
            <a:ext cx="5749803" cy="176971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just" rtl="0"/>
            <a:r>
              <a:rPr lang="pt-BR" sz="11500" noProof="0" dirty="0">
                <a:solidFill>
                  <a:schemeClr val="bg1">
                    <a:lumMod val="85000"/>
                    <a:lumOff val="15000"/>
                  </a:schemeClr>
                </a:solidFill>
                <a:latin typeface="Corbel" panose="020B0503020204020204" pitchFamily="34" charset="0"/>
                <a:cs typeface="Arial" panose="020B0604020202020204" pitchFamily="34" charset="0"/>
              </a:rPr>
              <a:t>Resposta</a:t>
            </a:r>
          </a:p>
        </p:txBody>
      </p:sp>
      <p:sp>
        <p:nvSpPr>
          <p:cNvPr id="8" name="Pergunta"/>
          <p:cNvSpPr>
            <a:spLocks noGrp="1"/>
          </p:cNvSpPr>
          <p:nvPr>
            <p:ph type="body" sz="quarter" idx="13" hasCustomPrompt="1"/>
          </p:nvPr>
        </p:nvSpPr>
        <p:spPr>
          <a:xfrm>
            <a:off x="1841679" y="1873957"/>
            <a:ext cx="8885530" cy="2001892"/>
          </a:xfrm>
        </p:spPr>
        <p:txBody>
          <a:bodyPr rtlCol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3200" baseline="0"/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Adicione a resposta aqui. </a:t>
            </a:r>
          </a:p>
        </p:txBody>
      </p:sp>
      <p:sp>
        <p:nvSpPr>
          <p:cNvPr id="2" name="Retângulo 1"/>
          <p:cNvSpPr/>
          <p:nvPr userDrawn="1"/>
        </p:nvSpPr>
        <p:spPr bwMode="invGray">
          <a:xfrm>
            <a:off x="0" y="5749805"/>
            <a:ext cx="12192000" cy="11081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13" name="Pontos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9109424" y="5900385"/>
            <a:ext cx="2852388" cy="781394"/>
          </a:xfrm>
        </p:spPr>
        <p:txBody>
          <a:bodyPr rtlCol="0" anchor="ctr">
            <a:noAutofit/>
          </a:bodyPr>
          <a:lstStyle>
            <a:lvl1pPr marL="0" indent="0" algn="r" rtl="0">
              <a:spcBef>
                <a:spcPts val="0"/>
              </a:spcBef>
              <a:buNone/>
              <a:defRPr sz="4800" baseline="0">
                <a:solidFill>
                  <a:schemeClr val="tx1">
                    <a:alpha val="63000"/>
                  </a:schemeClr>
                </a:solidFill>
              </a:defRPr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Pontos</a:t>
            </a:r>
          </a:p>
        </p:txBody>
      </p:sp>
      <p:sp>
        <p:nvSpPr>
          <p:cNvPr id="10" name="Retornar ao tabuleiro de jogo">
            <a:hlinkClick r:id="rId2" action="ppaction://hlinksldjump"/>
          </p:cNvPr>
          <p:cNvSpPr/>
          <p:nvPr userDrawn="1"/>
        </p:nvSpPr>
        <p:spPr bwMode="invGray">
          <a:xfrm rot="16200000">
            <a:off x="169030" y="5941115"/>
            <a:ext cx="795528" cy="685800"/>
          </a:xfrm>
          <a:prstGeom prst="triangle">
            <a:avLst/>
          </a:prstGeom>
          <a:solidFill>
            <a:srgbClr val="FFFFFF">
              <a:alpha val="13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 dirty="0">
              <a:solidFill>
                <a:schemeClr val="tx1"/>
              </a:solidFill>
            </a:endParaRPr>
          </a:p>
        </p:txBody>
      </p:sp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l" rtl="0">
              <a:defRPr>
                <a:solidFill>
                  <a:schemeClr val="tx1">
                    <a:alpha val="63000"/>
                  </a:schemeClr>
                </a:solidFill>
              </a:defRPr>
            </a:lvl1pPr>
          </a:lstStyle>
          <a:p>
            <a:pPr rtl="0"/>
            <a:r>
              <a:rPr lang="pt-BR" noProof="0" dirty="0"/>
              <a:t>Categoria 2</a:t>
            </a:r>
          </a:p>
        </p:txBody>
      </p:sp>
    </p:spTree>
    <p:extLst>
      <p:ext uri="{BB962C8B-B14F-4D97-AF65-F5344CB8AC3E}">
        <p14:creationId xmlns:p14="http://schemas.microsoft.com/office/powerpoint/2010/main" val="503755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or da categoria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 userDrawn="1"/>
        </p:nvSpPr>
        <p:spPr bwMode="invGray">
          <a:xfrm>
            <a:off x="0" y="3372365"/>
            <a:ext cx="12192000" cy="187488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1133588" y="3522944"/>
            <a:ext cx="10828224" cy="1583628"/>
          </a:xfrm>
        </p:spPr>
        <p:txBody>
          <a:bodyPr rtlCol="0">
            <a:normAutofit/>
          </a:bodyPr>
          <a:lstStyle>
            <a:lvl1pPr algn="l" rtl="0">
              <a:defRPr sz="540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 dirty="0"/>
              <a:t>Slide divisor da categoria 3</a:t>
            </a:r>
          </a:p>
        </p:txBody>
      </p:sp>
    </p:spTree>
    <p:extLst>
      <p:ext uri="{BB962C8B-B14F-4D97-AF65-F5344CB8AC3E}">
        <p14:creationId xmlns:p14="http://schemas.microsoft.com/office/powerpoint/2010/main" val="2015985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guntas da Categoria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"/>
          <p:cNvSpPr txBox="1"/>
          <p:nvPr userDrawn="1"/>
        </p:nvSpPr>
        <p:spPr>
          <a:xfrm rot="16200000">
            <a:off x="-2011120" y="1990047"/>
            <a:ext cx="5749803" cy="176971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just" rtl="0"/>
            <a:r>
              <a:rPr lang="pt-BR" sz="11500" noProof="0" dirty="0">
                <a:solidFill>
                  <a:schemeClr val="bg1">
                    <a:lumMod val="85000"/>
                    <a:lumOff val="15000"/>
                  </a:schemeClr>
                </a:solidFill>
                <a:latin typeface="Corbel" panose="020B0503020204020204" pitchFamily="34" charset="0"/>
                <a:cs typeface="Arial" panose="020B0604020202020204" pitchFamily="34" charset="0"/>
              </a:rPr>
              <a:t>Pergunta</a:t>
            </a:r>
          </a:p>
        </p:txBody>
      </p:sp>
      <p:sp>
        <p:nvSpPr>
          <p:cNvPr id="8" name="Pergunta"/>
          <p:cNvSpPr>
            <a:spLocks noGrp="1"/>
          </p:cNvSpPr>
          <p:nvPr>
            <p:ph type="body" sz="quarter" idx="13" hasCustomPrompt="1"/>
          </p:nvPr>
        </p:nvSpPr>
        <p:spPr>
          <a:xfrm>
            <a:off x="1841679" y="1873957"/>
            <a:ext cx="8885530" cy="2001892"/>
          </a:xfrm>
        </p:spPr>
        <p:txBody>
          <a:bodyPr rtlCol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3200" baseline="0"/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Adicione a pergunta aqui. </a:t>
            </a:r>
          </a:p>
        </p:txBody>
      </p:sp>
      <p:sp>
        <p:nvSpPr>
          <p:cNvPr id="2" name="Retângulo 1"/>
          <p:cNvSpPr/>
          <p:nvPr userDrawn="1"/>
        </p:nvSpPr>
        <p:spPr bwMode="invGray">
          <a:xfrm>
            <a:off x="0" y="5749805"/>
            <a:ext cx="12192000" cy="110819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13" name="Pontos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9109425" y="5900384"/>
            <a:ext cx="1897666" cy="781394"/>
          </a:xfrm>
        </p:spPr>
        <p:txBody>
          <a:bodyPr rtlCol="0" anchor="ctr">
            <a:noAutofit/>
          </a:bodyPr>
          <a:lstStyle>
            <a:lvl1pPr marL="0" indent="0" algn="r" rtl="0">
              <a:spcBef>
                <a:spcPts val="0"/>
              </a:spcBef>
              <a:buNone/>
              <a:defRPr sz="4800" baseline="0">
                <a:solidFill>
                  <a:schemeClr val="tx1">
                    <a:alpha val="63000"/>
                  </a:schemeClr>
                </a:solidFill>
              </a:defRPr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Pontos</a:t>
            </a:r>
          </a:p>
        </p:txBody>
      </p:sp>
      <p:sp>
        <p:nvSpPr>
          <p:cNvPr id="10" name="Retornar ao tabuleiro de jogo">
            <a:hlinkClick r:id="rId2" action="ppaction://hlinksldjump"/>
          </p:cNvPr>
          <p:cNvSpPr/>
          <p:nvPr userDrawn="1"/>
        </p:nvSpPr>
        <p:spPr bwMode="invGray">
          <a:xfrm rot="16200000">
            <a:off x="169030" y="5941115"/>
            <a:ext cx="795528" cy="685800"/>
          </a:xfrm>
          <a:prstGeom prst="triangle">
            <a:avLst/>
          </a:prstGeom>
          <a:solidFill>
            <a:srgbClr val="FFFFFF">
              <a:alpha val="13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 dirty="0">
              <a:solidFill>
                <a:schemeClr val="tx1"/>
              </a:solidFill>
            </a:endParaRPr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l" rtl="0">
              <a:defRPr>
                <a:solidFill>
                  <a:schemeClr val="tx1">
                    <a:alpha val="63000"/>
                  </a:schemeClr>
                </a:solidFill>
              </a:defRPr>
            </a:lvl1pPr>
          </a:lstStyle>
          <a:p>
            <a:pPr rtl="0"/>
            <a:r>
              <a:rPr lang="pt-BR" noProof="0" dirty="0"/>
              <a:t>Categoria 3</a:t>
            </a:r>
          </a:p>
        </p:txBody>
      </p:sp>
      <p:sp>
        <p:nvSpPr>
          <p:cNvPr id="12" name="Retornar ao tabuleiro de jogo">
            <a:hlinkClick r:id="" action="ppaction://hlinkshowjump?jump=nextslide"/>
          </p:cNvPr>
          <p:cNvSpPr/>
          <p:nvPr userDrawn="1"/>
        </p:nvSpPr>
        <p:spPr bwMode="invGray">
          <a:xfrm rot="5400000" flipH="1">
            <a:off x="11220383" y="5941115"/>
            <a:ext cx="795528" cy="685800"/>
          </a:xfrm>
          <a:prstGeom prst="triangle">
            <a:avLst/>
          </a:prstGeom>
          <a:solidFill>
            <a:srgbClr val="FFFFFF">
              <a:alpha val="13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62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postas da Categoria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"/>
          <p:cNvSpPr txBox="1"/>
          <p:nvPr userDrawn="1"/>
        </p:nvSpPr>
        <p:spPr>
          <a:xfrm rot="16200000">
            <a:off x="-2011120" y="1990048"/>
            <a:ext cx="5749803" cy="176971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just" rtl="0"/>
            <a:r>
              <a:rPr lang="pt-BR" sz="11500" noProof="0" dirty="0">
                <a:solidFill>
                  <a:schemeClr val="bg1">
                    <a:lumMod val="85000"/>
                    <a:lumOff val="15000"/>
                  </a:schemeClr>
                </a:solidFill>
                <a:latin typeface="Corbel" panose="020B0503020204020204" pitchFamily="34" charset="0"/>
                <a:cs typeface="Arial" panose="020B0604020202020204" pitchFamily="34" charset="0"/>
              </a:rPr>
              <a:t>Resposta</a:t>
            </a:r>
          </a:p>
        </p:txBody>
      </p:sp>
      <p:sp>
        <p:nvSpPr>
          <p:cNvPr id="8" name="Pergunta"/>
          <p:cNvSpPr>
            <a:spLocks noGrp="1"/>
          </p:cNvSpPr>
          <p:nvPr>
            <p:ph type="body" sz="quarter" idx="13" hasCustomPrompt="1"/>
          </p:nvPr>
        </p:nvSpPr>
        <p:spPr>
          <a:xfrm>
            <a:off x="1841679" y="1873957"/>
            <a:ext cx="8885530" cy="2001892"/>
          </a:xfrm>
        </p:spPr>
        <p:txBody>
          <a:bodyPr rtlCol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3200" baseline="0"/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Adicione a resposta aqui. </a:t>
            </a:r>
          </a:p>
        </p:txBody>
      </p:sp>
      <p:sp>
        <p:nvSpPr>
          <p:cNvPr id="2" name="Retângulo 1"/>
          <p:cNvSpPr/>
          <p:nvPr userDrawn="1"/>
        </p:nvSpPr>
        <p:spPr bwMode="invGray">
          <a:xfrm>
            <a:off x="0" y="5749805"/>
            <a:ext cx="12192000" cy="110819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13" name="Pontos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9109424" y="5900385"/>
            <a:ext cx="2852388" cy="781394"/>
          </a:xfrm>
        </p:spPr>
        <p:txBody>
          <a:bodyPr rtlCol="0" anchor="ctr">
            <a:noAutofit/>
          </a:bodyPr>
          <a:lstStyle>
            <a:lvl1pPr marL="0" indent="0" algn="r" rtl="0">
              <a:spcBef>
                <a:spcPts val="0"/>
              </a:spcBef>
              <a:buNone/>
              <a:defRPr sz="4800" baseline="0">
                <a:solidFill>
                  <a:schemeClr val="tx1">
                    <a:alpha val="63000"/>
                  </a:schemeClr>
                </a:solidFill>
              </a:defRPr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Pontos</a:t>
            </a:r>
          </a:p>
        </p:txBody>
      </p:sp>
      <p:sp>
        <p:nvSpPr>
          <p:cNvPr id="10" name="Retornar ao tabuleiro de jogo">
            <a:hlinkClick r:id="rId2" action="ppaction://hlinksldjump"/>
          </p:cNvPr>
          <p:cNvSpPr/>
          <p:nvPr userDrawn="1"/>
        </p:nvSpPr>
        <p:spPr bwMode="invGray">
          <a:xfrm rot="16200000">
            <a:off x="169030" y="5941115"/>
            <a:ext cx="795528" cy="685800"/>
          </a:xfrm>
          <a:prstGeom prst="triangle">
            <a:avLst/>
          </a:prstGeom>
          <a:solidFill>
            <a:srgbClr val="FFFFFF">
              <a:alpha val="13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 dirty="0">
              <a:solidFill>
                <a:schemeClr val="tx1"/>
              </a:solidFill>
            </a:endParaRPr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l" rtl="0">
              <a:defRPr>
                <a:solidFill>
                  <a:schemeClr val="tx1">
                    <a:alpha val="63000"/>
                  </a:schemeClr>
                </a:solidFill>
              </a:defRPr>
            </a:lvl1pPr>
          </a:lstStyle>
          <a:p>
            <a:pPr rtl="0"/>
            <a:r>
              <a:rPr lang="pt-BR" noProof="0" dirty="0"/>
              <a:t>Categoria 3</a:t>
            </a:r>
          </a:p>
        </p:txBody>
      </p:sp>
    </p:spTree>
    <p:extLst>
      <p:ext uri="{BB962C8B-B14F-4D97-AF65-F5344CB8AC3E}">
        <p14:creationId xmlns:p14="http://schemas.microsoft.com/office/powerpoint/2010/main" val="3721660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or da Categoria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 userDrawn="1"/>
        </p:nvSpPr>
        <p:spPr bwMode="invGray">
          <a:xfrm>
            <a:off x="0" y="3372365"/>
            <a:ext cx="12192000" cy="18748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1133588" y="3522944"/>
            <a:ext cx="10828224" cy="1583628"/>
          </a:xfrm>
        </p:spPr>
        <p:txBody>
          <a:bodyPr rtlCol="0">
            <a:normAutofit/>
          </a:bodyPr>
          <a:lstStyle>
            <a:lvl1pPr algn="l" rtl="0">
              <a:defRPr sz="540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 dirty="0"/>
              <a:t>Slide divisor da categoria 4</a:t>
            </a:r>
          </a:p>
        </p:txBody>
      </p:sp>
    </p:spTree>
    <p:extLst>
      <p:ext uri="{BB962C8B-B14F-4D97-AF65-F5344CB8AC3E}">
        <p14:creationId xmlns:p14="http://schemas.microsoft.com/office/powerpoint/2010/main" val="7306552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guntas da Categoria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"/>
          <p:cNvSpPr txBox="1"/>
          <p:nvPr userDrawn="1"/>
        </p:nvSpPr>
        <p:spPr>
          <a:xfrm rot="16200000">
            <a:off x="-2011120" y="1990047"/>
            <a:ext cx="5749803" cy="176971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just" rtl="0"/>
            <a:r>
              <a:rPr lang="pt-BR" sz="11500" noProof="0" dirty="0">
                <a:solidFill>
                  <a:schemeClr val="bg1">
                    <a:lumMod val="85000"/>
                    <a:lumOff val="15000"/>
                  </a:schemeClr>
                </a:solidFill>
                <a:latin typeface="Corbel" panose="020B0503020204020204" pitchFamily="34" charset="0"/>
                <a:cs typeface="Arial" panose="020B0604020202020204" pitchFamily="34" charset="0"/>
              </a:rPr>
              <a:t>Pergunta</a:t>
            </a:r>
          </a:p>
        </p:txBody>
      </p:sp>
      <p:sp>
        <p:nvSpPr>
          <p:cNvPr id="8" name="Pergunta"/>
          <p:cNvSpPr>
            <a:spLocks noGrp="1"/>
          </p:cNvSpPr>
          <p:nvPr>
            <p:ph type="body" sz="quarter" idx="13" hasCustomPrompt="1"/>
          </p:nvPr>
        </p:nvSpPr>
        <p:spPr>
          <a:xfrm>
            <a:off x="1841679" y="1873957"/>
            <a:ext cx="8885530" cy="2001892"/>
          </a:xfrm>
        </p:spPr>
        <p:txBody>
          <a:bodyPr rtlCol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3200" baseline="0"/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Adicione a pergunta aqui. </a:t>
            </a:r>
          </a:p>
        </p:txBody>
      </p:sp>
      <p:sp>
        <p:nvSpPr>
          <p:cNvPr id="2" name="Retângulo 1"/>
          <p:cNvSpPr/>
          <p:nvPr userDrawn="1"/>
        </p:nvSpPr>
        <p:spPr bwMode="invGray">
          <a:xfrm>
            <a:off x="0" y="5749805"/>
            <a:ext cx="12192000" cy="11081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13" name="Pontos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9109425" y="5900384"/>
            <a:ext cx="1897666" cy="781394"/>
          </a:xfrm>
        </p:spPr>
        <p:txBody>
          <a:bodyPr rtlCol="0" anchor="ctr">
            <a:noAutofit/>
          </a:bodyPr>
          <a:lstStyle>
            <a:lvl1pPr marL="0" indent="0" algn="r" rtl="0">
              <a:spcBef>
                <a:spcPts val="0"/>
              </a:spcBef>
              <a:buNone/>
              <a:defRPr sz="4800" baseline="0">
                <a:solidFill>
                  <a:schemeClr val="tx1">
                    <a:alpha val="63000"/>
                  </a:schemeClr>
                </a:solidFill>
              </a:defRPr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Pontos</a:t>
            </a:r>
          </a:p>
        </p:txBody>
      </p:sp>
      <p:sp>
        <p:nvSpPr>
          <p:cNvPr id="10" name="Retornar ao tabuleiro de jogo">
            <a:hlinkClick r:id="rId2" action="ppaction://hlinksldjump"/>
          </p:cNvPr>
          <p:cNvSpPr/>
          <p:nvPr userDrawn="1"/>
        </p:nvSpPr>
        <p:spPr bwMode="invGray">
          <a:xfrm rot="16200000">
            <a:off x="169030" y="5941115"/>
            <a:ext cx="795528" cy="685800"/>
          </a:xfrm>
          <a:prstGeom prst="triangle">
            <a:avLst/>
          </a:prstGeom>
          <a:solidFill>
            <a:srgbClr val="FFFFFF">
              <a:alpha val="13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 dirty="0">
              <a:solidFill>
                <a:schemeClr val="tx1"/>
              </a:solidFill>
            </a:endParaRPr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l" rtl="0">
              <a:defRPr>
                <a:solidFill>
                  <a:schemeClr val="tx1">
                    <a:alpha val="63000"/>
                  </a:schemeClr>
                </a:solidFill>
              </a:defRPr>
            </a:lvl1pPr>
          </a:lstStyle>
          <a:p>
            <a:pPr rtl="0"/>
            <a:r>
              <a:rPr lang="pt-BR" noProof="0" dirty="0"/>
              <a:t>Categoria 4</a:t>
            </a:r>
          </a:p>
        </p:txBody>
      </p:sp>
      <p:sp>
        <p:nvSpPr>
          <p:cNvPr id="12" name="Retornar ao tabuleiro de jogo">
            <a:hlinkClick r:id="" action="ppaction://hlinkshowjump?jump=nextslide"/>
          </p:cNvPr>
          <p:cNvSpPr/>
          <p:nvPr userDrawn="1"/>
        </p:nvSpPr>
        <p:spPr bwMode="invGray">
          <a:xfrm rot="5400000" flipH="1">
            <a:off x="11220383" y="5941115"/>
            <a:ext cx="795528" cy="685800"/>
          </a:xfrm>
          <a:prstGeom prst="triangle">
            <a:avLst/>
          </a:prstGeom>
          <a:solidFill>
            <a:srgbClr val="FFFFFF">
              <a:alpha val="13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9610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postas da Categoria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"/>
          <p:cNvSpPr txBox="1"/>
          <p:nvPr userDrawn="1"/>
        </p:nvSpPr>
        <p:spPr>
          <a:xfrm rot="16200000">
            <a:off x="-2011120" y="1990048"/>
            <a:ext cx="5749803" cy="176971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just" rtl="0"/>
            <a:r>
              <a:rPr lang="pt-BR" sz="11500" noProof="0" dirty="0">
                <a:solidFill>
                  <a:schemeClr val="bg1">
                    <a:lumMod val="85000"/>
                    <a:lumOff val="15000"/>
                  </a:schemeClr>
                </a:solidFill>
                <a:latin typeface="Corbel" panose="020B0503020204020204" pitchFamily="34" charset="0"/>
                <a:cs typeface="Arial" panose="020B0604020202020204" pitchFamily="34" charset="0"/>
              </a:rPr>
              <a:t>Resposta</a:t>
            </a:r>
          </a:p>
        </p:txBody>
      </p:sp>
      <p:sp>
        <p:nvSpPr>
          <p:cNvPr id="8" name="Pergunta"/>
          <p:cNvSpPr>
            <a:spLocks noGrp="1"/>
          </p:cNvSpPr>
          <p:nvPr>
            <p:ph type="body" sz="quarter" idx="13" hasCustomPrompt="1"/>
          </p:nvPr>
        </p:nvSpPr>
        <p:spPr>
          <a:xfrm>
            <a:off x="1841679" y="1873957"/>
            <a:ext cx="8885530" cy="2001892"/>
          </a:xfrm>
        </p:spPr>
        <p:txBody>
          <a:bodyPr rtlCol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3200" baseline="0"/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Adicione a resposta aqui. </a:t>
            </a:r>
          </a:p>
        </p:txBody>
      </p:sp>
      <p:sp>
        <p:nvSpPr>
          <p:cNvPr id="2" name="Retângulo 1"/>
          <p:cNvSpPr/>
          <p:nvPr userDrawn="1"/>
        </p:nvSpPr>
        <p:spPr bwMode="invGray">
          <a:xfrm>
            <a:off x="0" y="5749805"/>
            <a:ext cx="12192000" cy="11081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13" name="Pontos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9109424" y="5900385"/>
            <a:ext cx="2852388" cy="781394"/>
          </a:xfrm>
        </p:spPr>
        <p:txBody>
          <a:bodyPr rtlCol="0" anchor="ctr">
            <a:noAutofit/>
          </a:bodyPr>
          <a:lstStyle>
            <a:lvl1pPr marL="0" indent="0" algn="r" rtl="0">
              <a:spcBef>
                <a:spcPts val="0"/>
              </a:spcBef>
              <a:buNone/>
              <a:defRPr sz="4800" baseline="0">
                <a:solidFill>
                  <a:schemeClr val="tx1">
                    <a:alpha val="63000"/>
                  </a:schemeClr>
                </a:solidFill>
              </a:defRPr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Pontos</a:t>
            </a:r>
          </a:p>
        </p:txBody>
      </p:sp>
      <p:sp>
        <p:nvSpPr>
          <p:cNvPr id="10" name="Retornar ao tabuleiro de jogo">
            <a:hlinkClick r:id="rId2" action="ppaction://hlinksldjump"/>
          </p:cNvPr>
          <p:cNvSpPr/>
          <p:nvPr userDrawn="1"/>
        </p:nvSpPr>
        <p:spPr bwMode="invGray">
          <a:xfrm rot="16200000">
            <a:off x="169030" y="5941115"/>
            <a:ext cx="795528" cy="685800"/>
          </a:xfrm>
          <a:prstGeom prst="triangle">
            <a:avLst/>
          </a:prstGeom>
          <a:solidFill>
            <a:srgbClr val="FFFFFF">
              <a:alpha val="13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 dirty="0">
              <a:solidFill>
                <a:schemeClr val="tx1"/>
              </a:solidFill>
            </a:endParaRPr>
          </a:p>
        </p:txBody>
      </p:sp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l" rtl="0">
              <a:defRPr>
                <a:solidFill>
                  <a:schemeClr val="tx1">
                    <a:alpha val="63000"/>
                  </a:schemeClr>
                </a:solidFill>
              </a:defRPr>
            </a:lvl1pPr>
          </a:lstStyle>
          <a:p>
            <a:pPr rtl="0"/>
            <a:r>
              <a:rPr lang="pt-BR" noProof="0" dirty="0"/>
              <a:t>Categoria 4</a:t>
            </a:r>
          </a:p>
        </p:txBody>
      </p:sp>
    </p:spTree>
    <p:extLst>
      <p:ext uri="{BB962C8B-B14F-4D97-AF65-F5344CB8AC3E}">
        <p14:creationId xmlns:p14="http://schemas.microsoft.com/office/powerpoint/2010/main" val="3960869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or da categoria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 userDrawn="1"/>
        </p:nvSpPr>
        <p:spPr bwMode="invGray">
          <a:xfrm>
            <a:off x="0" y="3372365"/>
            <a:ext cx="12192000" cy="187488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1133588" y="3522944"/>
            <a:ext cx="10828224" cy="1583628"/>
          </a:xfrm>
        </p:spPr>
        <p:txBody>
          <a:bodyPr rtlCol="0">
            <a:normAutofit/>
          </a:bodyPr>
          <a:lstStyle>
            <a:lvl1pPr algn="l" rtl="0">
              <a:defRPr sz="540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 dirty="0"/>
              <a:t>Slide divisor da categoria 5</a:t>
            </a:r>
          </a:p>
        </p:txBody>
      </p:sp>
    </p:spTree>
    <p:extLst>
      <p:ext uri="{BB962C8B-B14F-4D97-AF65-F5344CB8AC3E}">
        <p14:creationId xmlns:p14="http://schemas.microsoft.com/office/powerpoint/2010/main" val="9719668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guntas da Categoria 5">
    <p:bg>
      <p:bgPr>
        <a:solidFill>
          <a:schemeClr val="bg2">
            <a:alpha val="9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"/>
          <p:cNvSpPr txBox="1"/>
          <p:nvPr userDrawn="1"/>
        </p:nvSpPr>
        <p:spPr>
          <a:xfrm rot="16200000">
            <a:off x="-2011120" y="1990047"/>
            <a:ext cx="5749803" cy="176971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just" rtl="0"/>
            <a:r>
              <a:rPr lang="pt-BR" sz="11500" noProof="0" dirty="0">
                <a:solidFill>
                  <a:schemeClr val="bg1">
                    <a:lumMod val="85000"/>
                    <a:lumOff val="15000"/>
                  </a:schemeClr>
                </a:solidFill>
                <a:latin typeface="Corbel" panose="020B0503020204020204" pitchFamily="34" charset="0"/>
                <a:cs typeface="Arial" panose="020B0604020202020204" pitchFamily="34" charset="0"/>
              </a:rPr>
              <a:t>Pergunta</a:t>
            </a:r>
          </a:p>
        </p:txBody>
      </p:sp>
      <p:sp>
        <p:nvSpPr>
          <p:cNvPr id="8" name="Pergunta"/>
          <p:cNvSpPr>
            <a:spLocks noGrp="1"/>
          </p:cNvSpPr>
          <p:nvPr>
            <p:ph type="body" sz="quarter" idx="13" hasCustomPrompt="1"/>
          </p:nvPr>
        </p:nvSpPr>
        <p:spPr>
          <a:xfrm>
            <a:off x="1841679" y="1873957"/>
            <a:ext cx="8885530" cy="2001892"/>
          </a:xfrm>
        </p:spPr>
        <p:txBody>
          <a:bodyPr rtlCol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3200" baseline="0"/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Adicione a pergunta aqui. </a:t>
            </a:r>
          </a:p>
        </p:txBody>
      </p:sp>
      <p:sp>
        <p:nvSpPr>
          <p:cNvPr id="2" name="Retângulo 1"/>
          <p:cNvSpPr/>
          <p:nvPr userDrawn="1"/>
        </p:nvSpPr>
        <p:spPr bwMode="invGray">
          <a:xfrm>
            <a:off x="0" y="5749805"/>
            <a:ext cx="12192000" cy="1108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13" name="Pontos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9109425" y="5900384"/>
            <a:ext cx="1897666" cy="781394"/>
          </a:xfrm>
        </p:spPr>
        <p:txBody>
          <a:bodyPr rtlCol="0" anchor="ctr">
            <a:noAutofit/>
          </a:bodyPr>
          <a:lstStyle>
            <a:lvl1pPr marL="0" indent="0" algn="r" rtl="0">
              <a:spcBef>
                <a:spcPts val="0"/>
              </a:spcBef>
              <a:buNone/>
              <a:defRPr sz="4800" baseline="0">
                <a:solidFill>
                  <a:schemeClr val="tx1">
                    <a:alpha val="63000"/>
                  </a:schemeClr>
                </a:solidFill>
              </a:defRPr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Pontos</a:t>
            </a:r>
          </a:p>
        </p:txBody>
      </p:sp>
      <p:sp>
        <p:nvSpPr>
          <p:cNvPr id="10" name="Retornar ao tabuleiro de jogo">
            <a:hlinkClick r:id="rId2" action="ppaction://hlinksldjump"/>
          </p:cNvPr>
          <p:cNvSpPr/>
          <p:nvPr userDrawn="1"/>
        </p:nvSpPr>
        <p:spPr bwMode="invGray">
          <a:xfrm rot="16200000">
            <a:off x="169030" y="5941115"/>
            <a:ext cx="795528" cy="685800"/>
          </a:xfrm>
          <a:prstGeom prst="triangle">
            <a:avLst/>
          </a:prstGeom>
          <a:solidFill>
            <a:srgbClr val="FFFFFF">
              <a:alpha val="13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 dirty="0">
              <a:solidFill>
                <a:schemeClr val="tx1"/>
              </a:solidFill>
            </a:endParaRPr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l" rtl="0">
              <a:defRPr>
                <a:solidFill>
                  <a:schemeClr val="tx1">
                    <a:alpha val="63000"/>
                  </a:schemeClr>
                </a:solidFill>
              </a:defRPr>
            </a:lvl1pPr>
          </a:lstStyle>
          <a:p>
            <a:pPr rtl="0"/>
            <a:r>
              <a:rPr lang="pt-BR" noProof="0" dirty="0"/>
              <a:t>Categoria 5</a:t>
            </a:r>
          </a:p>
        </p:txBody>
      </p:sp>
      <p:sp>
        <p:nvSpPr>
          <p:cNvPr id="12" name="Retornar ao tabuleiro de jogo">
            <a:hlinkClick r:id="" action="ppaction://hlinkshowjump?jump=nextslide"/>
          </p:cNvPr>
          <p:cNvSpPr/>
          <p:nvPr userDrawn="1"/>
        </p:nvSpPr>
        <p:spPr bwMode="invGray">
          <a:xfrm rot="5400000" flipH="1">
            <a:off x="11220383" y="5941115"/>
            <a:ext cx="795528" cy="685800"/>
          </a:xfrm>
          <a:prstGeom prst="triangle">
            <a:avLst/>
          </a:prstGeom>
          <a:solidFill>
            <a:srgbClr val="FFFFFF">
              <a:alpha val="13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54060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postas da Categoria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"/>
          <p:cNvSpPr txBox="1"/>
          <p:nvPr userDrawn="1"/>
        </p:nvSpPr>
        <p:spPr>
          <a:xfrm rot="16200000">
            <a:off x="-2011120" y="1990048"/>
            <a:ext cx="5749803" cy="176971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just" rtl="0"/>
            <a:r>
              <a:rPr lang="pt-BR" sz="11500" noProof="0" dirty="0">
                <a:solidFill>
                  <a:schemeClr val="bg1">
                    <a:lumMod val="85000"/>
                    <a:lumOff val="15000"/>
                  </a:schemeClr>
                </a:solidFill>
                <a:latin typeface="Corbel" panose="020B0503020204020204" pitchFamily="34" charset="0"/>
                <a:cs typeface="Arial" panose="020B0604020202020204" pitchFamily="34" charset="0"/>
              </a:rPr>
              <a:t>Resposta</a:t>
            </a:r>
          </a:p>
        </p:txBody>
      </p:sp>
      <p:sp>
        <p:nvSpPr>
          <p:cNvPr id="8" name="Pergunta"/>
          <p:cNvSpPr>
            <a:spLocks noGrp="1"/>
          </p:cNvSpPr>
          <p:nvPr>
            <p:ph type="body" sz="quarter" idx="13" hasCustomPrompt="1"/>
          </p:nvPr>
        </p:nvSpPr>
        <p:spPr>
          <a:xfrm>
            <a:off x="1841679" y="1873957"/>
            <a:ext cx="8885530" cy="2001892"/>
          </a:xfrm>
        </p:spPr>
        <p:txBody>
          <a:bodyPr rtlCol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3200" baseline="0"/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Adicione a resposta aqui. </a:t>
            </a:r>
          </a:p>
        </p:txBody>
      </p:sp>
      <p:sp>
        <p:nvSpPr>
          <p:cNvPr id="2" name="Retângulo 1"/>
          <p:cNvSpPr/>
          <p:nvPr userDrawn="1"/>
        </p:nvSpPr>
        <p:spPr bwMode="invGray">
          <a:xfrm>
            <a:off x="0" y="5749805"/>
            <a:ext cx="12192000" cy="1108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13" name="Pontos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9109424" y="5900385"/>
            <a:ext cx="2852388" cy="781394"/>
          </a:xfrm>
        </p:spPr>
        <p:txBody>
          <a:bodyPr rtlCol="0" anchor="ctr">
            <a:noAutofit/>
          </a:bodyPr>
          <a:lstStyle>
            <a:lvl1pPr marL="0" indent="0" algn="r" rtl="0">
              <a:spcBef>
                <a:spcPts val="0"/>
              </a:spcBef>
              <a:buNone/>
              <a:defRPr sz="4800" baseline="0">
                <a:solidFill>
                  <a:schemeClr val="tx1">
                    <a:alpha val="63000"/>
                  </a:schemeClr>
                </a:solidFill>
              </a:defRPr>
            </a:lvl1pPr>
            <a:lvl2pPr marL="0" indent="0" algn="l" rtl="0">
              <a:spcBef>
                <a:spcPts val="0"/>
              </a:spcBef>
              <a:buNone/>
              <a:defRPr sz="3200"/>
            </a:lvl2pPr>
            <a:lvl3pPr marL="0" indent="0" algn="l" rtl="0">
              <a:spcBef>
                <a:spcPts val="0"/>
              </a:spcBef>
              <a:buNone/>
              <a:defRPr sz="3200"/>
            </a:lvl3pPr>
            <a:lvl4pPr marL="0" indent="0" algn="l" rtl="0">
              <a:spcBef>
                <a:spcPts val="0"/>
              </a:spcBef>
              <a:buNone/>
              <a:defRPr sz="3200"/>
            </a:lvl4pPr>
            <a:lvl5pPr marL="0" indent="0" algn="l" rtl="0">
              <a:spcBef>
                <a:spcPts val="0"/>
              </a:spcBef>
              <a:buNone/>
              <a:defRPr sz="3200"/>
            </a:lvl5pPr>
            <a:lvl6pPr marL="0" indent="0" algn="l" rtl="0">
              <a:spcBef>
                <a:spcPts val="0"/>
              </a:spcBef>
              <a:buNone/>
              <a:defRPr sz="3200"/>
            </a:lvl6pPr>
            <a:lvl7pPr marL="0" indent="0" algn="l" rtl="0">
              <a:spcBef>
                <a:spcPts val="0"/>
              </a:spcBef>
              <a:buNone/>
              <a:defRPr sz="3200"/>
            </a:lvl7pPr>
            <a:lvl8pPr marL="0" indent="0" algn="l" rtl="0">
              <a:spcBef>
                <a:spcPts val="0"/>
              </a:spcBef>
              <a:buNone/>
              <a:defRPr sz="3200"/>
            </a:lvl8pPr>
            <a:lvl9pPr marL="0" indent="0" algn="l" rtl="0">
              <a:spcBef>
                <a:spcPts val="0"/>
              </a:spcBef>
              <a:buNone/>
              <a:defRPr sz="3200"/>
            </a:lvl9pPr>
          </a:lstStyle>
          <a:p>
            <a:pPr lvl="0" rtl="0"/>
            <a:r>
              <a:rPr lang="pt-BR" noProof="0" dirty="0"/>
              <a:t>Pontos</a:t>
            </a:r>
          </a:p>
        </p:txBody>
      </p:sp>
      <p:sp>
        <p:nvSpPr>
          <p:cNvPr id="10" name="Retornar ao tabuleiro de jogo">
            <a:hlinkClick r:id="rId2" action="ppaction://hlinksldjump"/>
          </p:cNvPr>
          <p:cNvSpPr/>
          <p:nvPr userDrawn="1"/>
        </p:nvSpPr>
        <p:spPr bwMode="invGray">
          <a:xfrm rot="16200000">
            <a:off x="169030" y="5941115"/>
            <a:ext cx="795528" cy="685800"/>
          </a:xfrm>
          <a:prstGeom prst="triangle">
            <a:avLst/>
          </a:prstGeom>
          <a:solidFill>
            <a:srgbClr val="FFFFFF">
              <a:alpha val="13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 dirty="0">
              <a:solidFill>
                <a:schemeClr val="tx1"/>
              </a:solidFill>
            </a:endParaRPr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l" rtl="0">
              <a:defRPr>
                <a:solidFill>
                  <a:schemeClr val="tx1">
                    <a:alpha val="63000"/>
                  </a:schemeClr>
                </a:solidFill>
              </a:defRPr>
            </a:lvl1pPr>
          </a:lstStyle>
          <a:p>
            <a:pPr rtl="0"/>
            <a:r>
              <a:rPr lang="pt-BR" noProof="0" dirty="0"/>
              <a:t>Categoria 5</a:t>
            </a:r>
          </a:p>
        </p:txBody>
      </p:sp>
    </p:spTree>
    <p:extLst>
      <p:ext uri="{BB962C8B-B14F-4D97-AF65-F5344CB8AC3E}">
        <p14:creationId xmlns:p14="http://schemas.microsoft.com/office/powerpoint/2010/main" val="393352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133588" y="5900384"/>
            <a:ext cx="7969542" cy="781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133588" y="1825625"/>
            <a:ext cx="10220212" cy="4074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41C05-B433-4ED1-B26F-B23A86B716BD}" type="datetime1">
              <a:rPr lang="pt-BR" smtClean="0"/>
              <a:pPr/>
              <a:t>25/02/2026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pt-BR" dirty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2759714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5" r:id="rId1"/>
    <p:sldLayoutId id="2147483659" r:id="rId2"/>
    <p:sldLayoutId id="2147483666" r:id="rId3"/>
    <p:sldLayoutId id="2147483668" r:id="rId4"/>
    <p:sldLayoutId id="2147483662" r:id="rId5"/>
    <p:sldLayoutId id="2147483669" r:id="rId6"/>
    <p:sldLayoutId id="2147483670" r:id="rId7"/>
    <p:sldLayoutId id="2147483663" r:id="rId8"/>
    <p:sldLayoutId id="2147483671" r:id="rId9"/>
    <p:sldLayoutId id="2147483672" r:id="rId10"/>
    <p:sldLayoutId id="2147483664" r:id="rId11"/>
    <p:sldLayoutId id="2147483673" r:id="rId12"/>
    <p:sldLayoutId id="2147483674" r:id="rId13"/>
    <p:sldLayoutId id="2147483665" r:id="rId14"/>
    <p:sldLayoutId id="2147483675" r:id="rId15"/>
    <p:sldLayoutId id="2147483676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13" Type="http://schemas.openxmlformats.org/officeDocument/2006/relationships/slide" Target="slide31.xml"/><Relationship Id="rId3" Type="http://schemas.openxmlformats.org/officeDocument/2006/relationships/slide" Target="slide5.xml"/><Relationship Id="rId7" Type="http://schemas.openxmlformats.org/officeDocument/2006/relationships/slide" Target="slide16.xml"/><Relationship Id="rId12" Type="http://schemas.openxmlformats.org/officeDocument/2006/relationships/slide" Target="slide29.xml"/><Relationship Id="rId17" Type="http://schemas.openxmlformats.org/officeDocument/2006/relationships/slide" Target="slide33.xml"/><Relationship Id="rId2" Type="http://schemas.openxmlformats.org/officeDocument/2006/relationships/notesSlide" Target="../notesSlides/notesSlide2.xml"/><Relationship Id="rId16" Type="http://schemas.openxmlformats.org/officeDocument/2006/relationships/slide" Target="slide24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3.xml"/><Relationship Id="rId11" Type="http://schemas.openxmlformats.org/officeDocument/2006/relationships/slide" Target="slide27.xml"/><Relationship Id="rId5" Type="http://schemas.openxmlformats.org/officeDocument/2006/relationships/slide" Target="slide9.xml"/><Relationship Id="rId15" Type="http://schemas.openxmlformats.org/officeDocument/2006/relationships/slide" Target="slide11.xml"/><Relationship Id="rId10" Type="http://schemas.openxmlformats.org/officeDocument/2006/relationships/slide" Target="slide22.xml"/><Relationship Id="rId4" Type="http://schemas.openxmlformats.org/officeDocument/2006/relationships/slide" Target="slide7.xml"/><Relationship Id="rId9" Type="http://schemas.openxmlformats.org/officeDocument/2006/relationships/slide" Target="slide20.xml"/><Relationship Id="rId14" Type="http://schemas.openxmlformats.org/officeDocument/2006/relationships/slide" Target="slide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5D8790-9472-4F3E-9014-4760F4E7C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5660982A-E59B-44E1-8E13-F77D6001E1F8}"/>
              </a:ext>
            </a:extLst>
          </p:cNvPr>
          <p:cNvSpPr txBox="1"/>
          <p:nvPr/>
        </p:nvSpPr>
        <p:spPr>
          <a:xfrm>
            <a:off x="111324" y="5411450"/>
            <a:ext cx="1185048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800" dirty="0">
                <a:latin typeface="Broadway" panose="04040905080B02020502" pitchFamily="82" charset="0"/>
              </a:rPr>
              <a:t>ÁGIL  x Tradicional</a:t>
            </a:r>
          </a:p>
        </p:txBody>
      </p:sp>
      <p:pic>
        <p:nvPicPr>
          <p:cNvPr id="1026" name="Picture 2" descr="Métodos ágeis fazem a diferença no negócio">
            <a:extLst>
              <a:ext uri="{FF2B5EF4-FFF2-40B4-BE49-F238E27FC236}">
                <a16:creationId xmlns:a16="http://schemas.microsoft.com/office/drawing/2014/main" id="{34ED916E-8FB0-41F6-86BD-FAA963D87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282158" cy="5345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0518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Espaço Reservado para Texto 63"/>
          <p:cNvSpPr>
            <a:spLocks noGrp="1"/>
          </p:cNvSpPr>
          <p:nvPr>
            <p:ph type="body" sz="quarter" idx="14"/>
          </p:nvPr>
        </p:nvSpPr>
        <p:spPr>
          <a:xfrm>
            <a:off x="0" y="357393"/>
            <a:ext cx="12192000" cy="914400"/>
          </a:xfrm>
        </p:spPr>
        <p:txBody>
          <a:bodyPr rtlCol="0"/>
          <a:lstStyle/>
          <a:p>
            <a:pPr rtl="0"/>
            <a:r>
              <a:rPr lang="pt-BR" sz="5400" dirty="0"/>
              <a:t>Regras</a:t>
            </a:r>
            <a:endParaRPr lang="en-US" sz="5400" dirty="0"/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138CECF3-96FE-4256-AC4D-551462B526CD}"/>
              </a:ext>
            </a:extLst>
          </p:cNvPr>
          <p:cNvSpPr txBox="1"/>
          <p:nvPr/>
        </p:nvSpPr>
        <p:spPr>
          <a:xfrm>
            <a:off x="880820" y="1813625"/>
            <a:ext cx="1043035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400" dirty="0"/>
              <a:t>Sorteio definirá a ordem dos grupos.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pt-BR" sz="24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400" dirty="0"/>
              <a:t>Em sua vez, cada grupo escolherá uma pergunta a ser respondida.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pt-BR" sz="24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400" dirty="0"/>
              <a:t>As perguntas são agrupadas por temas (Método Ágil e </a:t>
            </a:r>
            <a:r>
              <a:rPr lang="pt-BR" sz="2400" dirty="0" err="1"/>
              <a:t>Metodo</a:t>
            </a:r>
            <a:r>
              <a:rPr lang="pt-BR" sz="2400" dirty="0"/>
              <a:t> Tradicional) e possuem pontuação diferente (100, 200, 300 e 600 pontos)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pt-BR" sz="24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400" dirty="0"/>
              <a:t>O grupo tem 1 minuto após a leitura para dar a resposta </a:t>
            </a:r>
            <a:r>
              <a:rPr lang="pt-BR" sz="2400" b="1" dirty="0"/>
              <a:t>completa</a:t>
            </a:r>
            <a:r>
              <a:rPr lang="pt-BR" sz="24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pt-BR" sz="24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400" dirty="0"/>
              <a:t>Caso o grupo não saiba ou erre a resposta, o grupo seguinte poderá tentar responder e assim, sucessivamente.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182464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Espaço Reservado para Texto 127"/>
          <p:cNvSpPr>
            <a:spLocks noGrp="1"/>
          </p:cNvSpPr>
          <p:nvPr>
            <p:ph type="body" sz="quarter" idx="18"/>
          </p:nvPr>
        </p:nvSpPr>
        <p:spPr>
          <a:xfrm>
            <a:off x="1567322" y="1733461"/>
            <a:ext cx="2099258" cy="914400"/>
          </a:xfrm>
        </p:spPr>
        <p:txBody>
          <a:bodyPr rtlCol="0"/>
          <a:lstStyle/>
          <a:p>
            <a:pPr rtl="0"/>
            <a:r>
              <a:rPr lang="pt-BR" sz="3600" dirty="0">
                <a:hlinkClick r:id="rId3" action="ppaction://hlinksldjump"/>
              </a:rPr>
              <a:t>100</a:t>
            </a:r>
            <a:endParaRPr lang="en-US" sz="3600" dirty="0"/>
          </a:p>
        </p:txBody>
      </p:sp>
      <p:sp>
        <p:nvSpPr>
          <p:cNvPr id="133" name="Espaço Reservado para Texto 132"/>
          <p:cNvSpPr>
            <a:spLocks noGrp="1"/>
          </p:cNvSpPr>
          <p:nvPr>
            <p:ph type="body" sz="quarter" idx="23"/>
          </p:nvPr>
        </p:nvSpPr>
        <p:spPr>
          <a:xfrm>
            <a:off x="1567322" y="2750890"/>
            <a:ext cx="2099258" cy="914400"/>
          </a:xfrm>
        </p:spPr>
        <p:txBody>
          <a:bodyPr rtlCol="0"/>
          <a:lstStyle/>
          <a:p>
            <a:pPr rtl="0"/>
            <a:r>
              <a:rPr lang="pt-BR" sz="3600" dirty="0">
                <a:hlinkClick r:id="rId4" action="ppaction://hlinksldjump"/>
              </a:rPr>
              <a:t>200</a:t>
            </a:r>
            <a:endParaRPr lang="en-US" sz="3600" dirty="0"/>
          </a:p>
        </p:txBody>
      </p:sp>
      <p:sp>
        <p:nvSpPr>
          <p:cNvPr id="138" name="Espaço Reservado para Texto 137"/>
          <p:cNvSpPr>
            <a:spLocks noGrp="1"/>
          </p:cNvSpPr>
          <p:nvPr>
            <p:ph type="body" sz="quarter" idx="28"/>
          </p:nvPr>
        </p:nvSpPr>
        <p:spPr>
          <a:xfrm>
            <a:off x="1567322" y="3768319"/>
            <a:ext cx="2099258" cy="914400"/>
          </a:xfrm>
        </p:spPr>
        <p:txBody>
          <a:bodyPr rtlCol="0"/>
          <a:lstStyle/>
          <a:p>
            <a:pPr rtl="0"/>
            <a:r>
              <a:rPr lang="pt-BR" sz="3600" dirty="0">
                <a:hlinkClick r:id="rId5" action="ppaction://hlinksldjump"/>
              </a:rPr>
              <a:t>300</a:t>
            </a:r>
            <a:endParaRPr lang="en-US" sz="3600" dirty="0"/>
          </a:p>
        </p:txBody>
      </p:sp>
      <p:sp>
        <p:nvSpPr>
          <p:cNvPr id="143" name="Espaço Reservado para Texto 142"/>
          <p:cNvSpPr>
            <a:spLocks noGrp="1"/>
          </p:cNvSpPr>
          <p:nvPr>
            <p:ph type="body" sz="quarter" idx="33"/>
          </p:nvPr>
        </p:nvSpPr>
        <p:spPr>
          <a:xfrm>
            <a:off x="1567322" y="4785748"/>
            <a:ext cx="2099258" cy="914400"/>
          </a:xfrm>
        </p:spPr>
        <p:txBody>
          <a:bodyPr rtlCol="0"/>
          <a:lstStyle/>
          <a:p>
            <a:pPr rtl="0"/>
            <a:r>
              <a:rPr lang="pt-BR" sz="3600" dirty="0">
                <a:hlinkClick r:id="rId6" action="ppaction://hlinksldjump"/>
              </a:rPr>
              <a:t>400</a:t>
            </a:r>
            <a:endParaRPr lang="en-US" sz="3600" dirty="0"/>
          </a:p>
        </p:txBody>
      </p:sp>
      <p:sp>
        <p:nvSpPr>
          <p:cNvPr id="64" name="Espaço Reservado para Texto 63"/>
          <p:cNvSpPr>
            <a:spLocks noGrp="1"/>
          </p:cNvSpPr>
          <p:nvPr>
            <p:ph type="body" sz="quarter" idx="14"/>
          </p:nvPr>
        </p:nvSpPr>
        <p:spPr>
          <a:xfrm>
            <a:off x="0" y="357393"/>
            <a:ext cx="12192000" cy="914400"/>
          </a:xfrm>
        </p:spPr>
        <p:txBody>
          <a:bodyPr rtlCol="0"/>
          <a:lstStyle/>
          <a:p>
            <a:pPr rtl="0"/>
            <a:r>
              <a:rPr lang="pt-BR" sz="5400" dirty="0"/>
              <a:t>Faça sua escolha</a:t>
            </a:r>
            <a:endParaRPr lang="en-US" sz="5400" dirty="0"/>
          </a:p>
        </p:txBody>
      </p:sp>
      <p:sp>
        <p:nvSpPr>
          <p:cNvPr id="130" name="Espaço Reservado para Texto 129"/>
          <p:cNvSpPr>
            <a:spLocks noGrp="1"/>
          </p:cNvSpPr>
          <p:nvPr>
            <p:ph type="body" sz="quarter" idx="20"/>
          </p:nvPr>
        </p:nvSpPr>
        <p:spPr>
          <a:xfrm>
            <a:off x="5828814" y="1733461"/>
            <a:ext cx="2099258" cy="914400"/>
          </a:xfrm>
        </p:spPr>
        <p:txBody>
          <a:bodyPr rtlCol="0"/>
          <a:lstStyle/>
          <a:p>
            <a:pPr rtl="0"/>
            <a:r>
              <a:rPr lang="pt-BR" sz="3600" dirty="0">
                <a:hlinkClick r:id="rId7" action="ppaction://hlinksldjump"/>
              </a:rPr>
              <a:t>100</a:t>
            </a:r>
            <a:endParaRPr lang="en-US" sz="3600" dirty="0"/>
          </a:p>
        </p:txBody>
      </p:sp>
      <p:sp>
        <p:nvSpPr>
          <p:cNvPr id="135" name="Espaço Reservado para Texto 134"/>
          <p:cNvSpPr>
            <a:spLocks noGrp="1"/>
          </p:cNvSpPr>
          <p:nvPr>
            <p:ph type="body" sz="quarter" idx="25"/>
          </p:nvPr>
        </p:nvSpPr>
        <p:spPr>
          <a:xfrm>
            <a:off x="5828814" y="2750890"/>
            <a:ext cx="2099258" cy="914400"/>
          </a:xfrm>
        </p:spPr>
        <p:txBody>
          <a:bodyPr rtlCol="0"/>
          <a:lstStyle/>
          <a:p>
            <a:pPr rtl="0"/>
            <a:r>
              <a:rPr lang="pt-BR" sz="3600" dirty="0">
                <a:hlinkClick r:id="rId8" action="ppaction://hlinksldjump"/>
              </a:rPr>
              <a:t>200</a:t>
            </a:r>
            <a:endParaRPr lang="en-US" sz="3600" dirty="0"/>
          </a:p>
        </p:txBody>
      </p:sp>
      <p:sp>
        <p:nvSpPr>
          <p:cNvPr id="140" name="Espaço Reservado para Texto 139"/>
          <p:cNvSpPr>
            <a:spLocks noGrp="1"/>
          </p:cNvSpPr>
          <p:nvPr>
            <p:ph type="body" sz="quarter" idx="30"/>
          </p:nvPr>
        </p:nvSpPr>
        <p:spPr>
          <a:xfrm>
            <a:off x="5828814" y="3768319"/>
            <a:ext cx="2099258" cy="914400"/>
          </a:xfrm>
        </p:spPr>
        <p:txBody>
          <a:bodyPr rtlCol="0"/>
          <a:lstStyle/>
          <a:p>
            <a:pPr rtl="0"/>
            <a:r>
              <a:rPr lang="pt-BR" sz="3600" dirty="0">
                <a:hlinkClick r:id="rId9" action="ppaction://hlinksldjump"/>
              </a:rPr>
              <a:t>300</a:t>
            </a:r>
            <a:endParaRPr lang="en-US" sz="3600" dirty="0"/>
          </a:p>
        </p:txBody>
      </p:sp>
      <p:sp>
        <p:nvSpPr>
          <p:cNvPr id="145" name="Espaço Reservado para Texto 144"/>
          <p:cNvSpPr>
            <a:spLocks noGrp="1"/>
          </p:cNvSpPr>
          <p:nvPr>
            <p:ph type="body" sz="quarter" idx="35"/>
          </p:nvPr>
        </p:nvSpPr>
        <p:spPr>
          <a:xfrm>
            <a:off x="5828814" y="4785748"/>
            <a:ext cx="2099258" cy="914400"/>
          </a:xfrm>
        </p:spPr>
        <p:txBody>
          <a:bodyPr rtlCol="0"/>
          <a:lstStyle/>
          <a:p>
            <a:pPr rtl="0"/>
            <a:r>
              <a:rPr lang="pt-BR" sz="3600" dirty="0">
                <a:hlinkClick r:id="rId10" action="ppaction://hlinksldjump"/>
              </a:rPr>
              <a:t>400</a:t>
            </a:r>
            <a:endParaRPr lang="en-US" sz="3600" dirty="0"/>
          </a:p>
        </p:txBody>
      </p:sp>
      <p:sp>
        <p:nvSpPr>
          <p:cNvPr id="132" name="Espaço Reservado para Texto 131"/>
          <p:cNvSpPr>
            <a:spLocks noGrp="1"/>
          </p:cNvSpPr>
          <p:nvPr>
            <p:ph type="body" sz="quarter" idx="22"/>
          </p:nvPr>
        </p:nvSpPr>
        <p:spPr>
          <a:xfrm>
            <a:off x="9829051" y="1733461"/>
            <a:ext cx="2099258" cy="914400"/>
          </a:xfrm>
        </p:spPr>
        <p:txBody>
          <a:bodyPr rtlCol="0"/>
          <a:lstStyle/>
          <a:p>
            <a:pPr rtl="0"/>
            <a:r>
              <a:rPr lang="pt-BR" sz="3600" dirty="0">
                <a:hlinkClick r:id="rId11" action="ppaction://hlinksldjump"/>
              </a:rPr>
              <a:t>100</a:t>
            </a:r>
            <a:endParaRPr lang="en-US" sz="3600" dirty="0"/>
          </a:p>
        </p:txBody>
      </p:sp>
      <p:sp>
        <p:nvSpPr>
          <p:cNvPr id="137" name="Espaço Reservado para Texto 136"/>
          <p:cNvSpPr>
            <a:spLocks noGrp="1"/>
          </p:cNvSpPr>
          <p:nvPr>
            <p:ph type="body" sz="quarter" idx="27"/>
          </p:nvPr>
        </p:nvSpPr>
        <p:spPr>
          <a:xfrm>
            <a:off x="9829051" y="2750890"/>
            <a:ext cx="2099258" cy="914400"/>
          </a:xfrm>
        </p:spPr>
        <p:txBody>
          <a:bodyPr rtlCol="0"/>
          <a:lstStyle/>
          <a:p>
            <a:pPr rtl="0"/>
            <a:r>
              <a:rPr lang="pt-BR" sz="3600" dirty="0">
                <a:hlinkClick r:id="rId12" action="ppaction://hlinksldjump"/>
              </a:rPr>
              <a:t>200</a:t>
            </a:r>
            <a:endParaRPr lang="en-US" sz="3600" dirty="0"/>
          </a:p>
        </p:txBody>
      </p:sp>
      <p:sp>
        <p:nvSpPr>
          <p:cNvPr id="142" name="Espaço Reservado para Texto 141"/>
          <p:cNvSpPr>
            <a:spLocks noGrp="1"/>
          </p:cNvSpPr>
          <p:nvPr>
            <p:ph type="body" sz="quarter" idx="32"/>
          </p:nvPr>
        </p:nvSpPr>
        <p:spPr>
          <a:xfrm>
            <a:off x="9829051" y="3768319"/>
            <a:ext cx="2099258" cy="914400"/>
          </a:xfrm>
        </p:spPr>
        <p:txBody>
          <a:bodyPr rtlCol="0"/>
          <a:lstStyle/>
          <a:p>
            <a:pPr rtl="0"/>
            <a:r>
              <a:rPr lang="pt-BR" sz="3600" dirty="0">
                <a:hlinkClick r:id="rId13" action="ppaction://hlinksldjump"/>
              </a:rPr>
              <a:t>300</a:t>
            </a:r>
            <a:endParaRPr lang="en-US" sz="3600" dirty="0"/>
          </a:p>
        </p:txBody>
      </p:sp>
      <p:sp>
        <p:nvSpPr>
          <p:cNvPr id="147" name="Espaço Reservado para Texto 146"/>
          <p:cNvSpPr>
            <a:spLocks noGrp="1"/>
          </p:cNvSpPr>
          <p:nvPr>
            <p:ph type="body" sz="quarter" idx="37"/>
          </p:nvPr>
        </p:nvSpPr>
        <p:spPr>
          <a:xfrm>
            <a:off x="9829051" y="4785748"/>
            <a:ext cx="2099258" cy="914400"/>
          </a:xfrm>
        </p:spPr>
        <p:txBody>
          <a:bodyPr rtlCol="0"/>
          <a:lstStyle/>
          <a:p>
            <a:pPr rtl="0"/>
            <a:r>
              <a:rPr lang="pt-BR" sz="3600" dirty="0">
                <a:hlinkClick r:id="rId14" action="ppaction://hlinksldjump"/>
              </a:rPr>
              <a:t>400</a:t>
            </a:r>
            <a:endParaRPr lang="en-US" sz="3600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D6F52C4-2612-40EF-A14C-CB9EB59CADCC}"/>
              </a:ext>
            </a:extLst>
          </p:cNvPr>
          <p:cNvSpPr txBox="1"/>
          <p:nvPr/>
        </p:nvSpPr>
        <p:spPr>
          <a:xfrm>
            <a:off x="1305902" y="1225989"/>
            <a:ext cx="26292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1"/>
                </a:solidFill>
              </a:rPr>
              <a:t>MÉTODO ÁGIL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44A00869-3F8D-4F19-BEFB-21780434BD8A}"/>
              </a:ext>
            </a:extLst>
          </p:cNvPr>
          <p:cNvSpPr txBox="1"/>
          <p:nvPr/>
        </p:nvSpPr>
        <p:spPr>
          <a:xfrm>
            <a:off x="4783863" y="1190939"/>
            <a:ext cx="41891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3"/>
                </a:solidFill>
              </a:rPr>
              <a:t>MÉTODO TRADICIONAL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FA1DF54-6132-49AA-A8E3-ABE816C5472F}"/>
              </a:ext>
            </a:extLst>
          </p:cNvPr>
          <p:cNvSpPr txBox="1"/>
          <p:nvPr/>
        </p:nvSpPr>
        <p:spPr>
          <a:xfrm>
            <a:off x="10264774" y="1225988"/>
            <a:ext cx="12426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accent5"/>
                </a:solidFill>
              </a:rPr>
              <a:t>V ou F</a:t>
            </a:r>
          </a:p>
        </p:txBody>
      </p:sp>
      <p:sp>
        <p:nvSpPr>
          <p:cNvPr id="2" name="Espaço Reservado para Texto 142">
            <a:extLst>
              <a:ext uri="{FF2B5EF4-FFF2-40B4-BE49-F238E27FC236}">
                <a16:creationId xmlns:a16="http://schemas.microsoft.com/office/drawing/2014/main" id="{24B8631C-F6C3-D3DC-59DE-3B542476285D}"/>
              </a:ext>
            </a:extLst>
          </p:cNvPr>
          <p:cNvSpPr txBox="1">
            <a:spLocks/>
          </p:cNvSpPr>
          <p:nvPr/>
        </p:nvSpPr>
        <p:spPr>
          <a:xfrm>
            <a:off x="1567322" y="5803177"/>
            <a:ext cx="2099258" cy="9144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600" dirty="0">
                <a:hlinkClick r:id="rId15" action="ppaction://hlinksldjump"/>
              </a:rPr>
              <a:t>600</a:t>
            </a:r>
            <a:endParaRPr lang="en-US" sz="3600" dirty="0"/>
          </a:p>
        </p:txBody>
      </p:sp>
      <p:sp>
        <p:nvSpPr>
          <p:cNvPr id="4" name="Espaço Reservado para Texto 144">
            <a:extLst>
              <a:ext uri="{FF2B5EF4-FFF2-40B4-BE49-F238E27FC236}">
                <a16:creationId xmlns:a16="http://schemas.microsoft.com/office/drawing/2014/main" id="{F932D9E1-DFE5-A0B1-9772-8E1F7CFA1C1B}"/>
              </a:ext>
            </a:extLst>
          </p:cNvPr>
          <p:cNvSpPr txBox="1">
            <a:spLocks/>
          </p:cNvSpPr>
          <p:nvPr/>
        </p:nvSpPr>
        <p:spPr>
          <a:xfrm>
            <a:off x="5828814" y="5803177"/>
            <a:ext cx="2099258" cy="9144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600" dirty="0">
                <a:hlinkClick r:id="rId16" action="ppaction://hlinksldjump"/>
              </a:rPr>
              <a:t>600</a:t>
            </a:r>
            <a:endParaRPr lang="en-US" sz="3600" dirty="0"/>
          </a:p>
        </p:txBody>
      </p:sp>
      <p:sp>
        <p:nvSpPr>
          <p:cNvPr id="6" name="Espaço Reservado para Texto 146">
            <a:extLst>
              <a:ext uri="{FF2B5EF4-FFF2-40B4-BE49-F238E27FC236}">
                <a16:creationId xmlns:a16="http://schemas.microsoft.com/office/drawing/2014/main" id="{110D94AC-84A2-AA61-F7D1-4C3891F1A852}"/>
              </a:ext>
            </a:extLst>
          </p:cNvPr>
          <p:cNvSpPr txBox="1">
            <a:spLocks/>
          </p:cNvSpPr>
          <p:nvPr/>
        </p:nvSpPr>
        <p:spPr>
          <a:xfrm>
            <a:off x="9829051" y="5803177"/>
            <a:ext cx="2099258" cy="9144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600" dirty="0">
                <a:hlinkClick r:id="rId17" action="ppaction://hlinksldjump"/>
              </a:rPr>
              <a:t>600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281814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As perguntas da categoria 1 estão apresentadas a seguir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308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7"/>
          <p:cNvSpPr>
            <a:spLocks noGrp="1"/>
          </p:cNvSpPr>
          <p:nvPr>
            <p:ph type="body" sz="quarter" idx="13"/>
          </p:nvPr>
        </p:nvSpPr>
        <p:spPr>
          <a:xfrm>
            <a:off x="1907499" y="1360933"/>
            <a:ext cx="6612773" cy="2001892"/>
          </a:xfrm>
        </p:spPr>
        <p:txBody>
          <a:bodyPr rtlCol="0"/>
          <a:lstStyle/>
          <a:p>
            <a:r>
              <a:rPr lang="pt-BR" sz="3600" dirty="0"/>
              <a:t>Qual papel no Ágil representa a "voz do cliente"?</a:t>
            </a: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pt-BR"/>
              <a:t>10</a:t>
            </a:r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100</a:t>
            </a:r>
            <a:endParaRPr lang="en-US" dirty="0"/>
          </a:p>
        </p:txBody>
      </p:sp>
      <p:sp>
        <p:nvSpPr>
          <p:cNvPr id="5" name="AutoForma 3">
            <a:extLst>
              <a:ext uri="{FF2B5EF4-FFF2-40B4-BE49-F238E27FC236}">
                <a16:creationId xmlns:a16="http://schemas.microsoft.com/office/drawing/2014/main" id="{BA6C14F1-37EA-45F7-93D4-2D8C4DE1471C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8906829" y="417386"/>
            <a:ext cx="3019425" cy="495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rma Livre 3">
            <a:extLst>
              <a:ext uri="{FF2B5EF4-FFF2-40B4-BE49-F238E27FC236}">
                <a16:creationId xmlns:a16="http://schemas.microsoft.com/office/drawing/2014/main" id="{845FA332-0CEF-470F-9F7E-774C9758EECD}"/>
              </a:ext>
            </a:extLst>
          </p:cNvPr>
          <p:cNvSpPr>
            <a:spLocks/>
          </p:cNvSpPr>
          <p:nvPr/>
        </p:nvSpPr>
        <p:spPr bwMode="auto">
          <a:xfrm>
            <a:off x="9103679" y="704724"/>
            <a:ext cx="2628900" cy="4381500"/>
          </a:xfrm>
          <a:custGeom>
            <a:avLst/>
            <a:gdLst>
              <a:gd name="T0" fmla="*/ 1131 w 1131"/>
              <a:gd name="T1" fmla="*/ 0 h 1887"/>
              <a:gd name="T2" fmla="*/ 0 w 1131"/>
              <a:gd name="T3" fmla="*/ 0 h 1887"/>
              <a:gd name="T4" fmla="*/ 0 w 1131"/>
              <a:gd name="T5" fmla="*/ 194 h 1887"/>
              <a:gd name="T6" fmla="*/ 460 w 1131"/>
              <a:gd name="T7" fmla="*/ 934 h 1887"/>
              <a:gd name="T8" fmla="*/ 460 w 1131"/>
              <a:gd name="T9" fmla="*/ 954 h 1887"/>
              <a:gd name="T10" fmla="*/ 0 w 1131"/>
              <a:gd name="T11" fmla="*/ 1694 h 1887"/>
              <a:gd name="T12" fmla="*/ 0 w 1131"/>
              <a:gd name="T13" fmla="*/ 1887 h 1887"/>
              <a:gd name="T14" fmla="*/ 1131 w 1131"/>
              <a:gd name="T15" fmla="*/ 1887 h 1887"/>
              <a:gd name="T16" fmla="*/ 1131 w 1131"/>
              <a:gd name="T17" fmla="*/ 1694 h 1887"/>
              <a:gd name="T18" fmla="*/ 671 w 1131"/>
              <a:gd name="T19" fmla="*/ 954 h 1887"/>
              <a:gd name="T20" fmla="*/ 671 w 1131"/>
              <a:gd name="T21" fmla="*/ 934 h 1887"/>
              <a:gd name="T22" fmla="*/ 1131 w 1131"/>
              <a:gd name="T23" fmla="*/ 194 h 1887"/>
              <a:gd name="T24" fmla="*/ 1131 w 1131"/>
              <a:gd name="T25" fmla="*/ 0 h 18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31" h="1887">
                <a:moveTo>
                  <a:pt x="11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94"/>
                  <a:pt x="0" y="194"/>
                  <a:pt x="0" y="194"/>
                </a:cubicBezTo>
                <a:cubicBezTo>
                  <a:pt x="0" y="675"/>
                  <a:pt x="297" y="865"/>
                  <a:pt x="460" y="934"/>
                </a:cubicBezTo>
                <a:cubicBezTo>
                  <a:pt x="469" y="937"/>
                  <a:pt x="469" y="950"/>
                  <a:pt x="460" y="954"/>
                </a:cubicBezTo>
                <a:cubicBezTo>
                  <a:pt x="297" y="1022"/>
                  <a:pt x="0" y="1212"/>
                  <a:pt x="0" y="1694"/>
                </a:cubicBezTo>
                <a:cubicBezTo>
                  <a:pt x="0" y="1887"/>
                  <a:pt x="0" y="1887"/>
                  <a:pt x="0" y="1887"/>
                </a:cubicBezTo>
                <a:cubicBezTo>
                  <a:pt x="1131" y="1887"/>
                  <a:pt x="1131" y="1887"/>
                  <a:pt x="1131" y="1887"/>
                </a:cubicBezTo>
                <a:cubicBezTo>
                  <a:pt x="1131" y="1694"/>
                  <a:pt x="1131" y="1694"/>
                  <a:pt x="1131" y="1694"/>
                </a:cubicBezTo>
                <a:cubicBezTo>
                  <a:pt x="1131" y="1212"/>
                  <a:pt x="834" y="1022"/>
                  <a:pt x="671" y="954"/>
                </a:cubicBezTo>
                <a:cubicBezTo>
                  <a:pt x="661" y="950"/>
                  <a:pt x="661" y="937"/>
                  <a:pt x="671" y="934"/>
                </a:cubicBezTo>
                <a:cubicBezTo>
                  <a:pt x="834" y="865"/>
                  <a:pt x="1131" y="675"/>
                  <a:pt x="1131" y="194"/>
                </a:cubicBezTo>
                <a:cubicBezTo>
                  <a:pt x="1131" y="0"/>
                  <a:pt x="1131" y="0"/>
                  <a:pt x="1131" y="0"/>
                </a:cubicBezTo>
              </a:path>
            </a:pathLst>
          </a:custGeom>
          <a:solidFill>
            <a:srgbClr val="F5F5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orma Livre 4">
            <a:extLst>
              <a:ext uri="{FF2B5EF4-FFF2-40B4-BE49-F238E27FC236}">
                <a16:creationId xmlns:a16="http://schemas.microsoft.com/office/drawing/2014/main" id="{541BB60C-EA64-470D-A8E0-0B4397AF6D4B}"/>
              </a:ext>
            </a:extLst>
          </p:cNvPr>
          <p:cNvSpPr>
            <a:spLocks/>
          </p:cNvSpPr>
          <p:nvPr/>
        </p:nvSpPr>
        <p:spPr bwMode="auto">
          <a:xfrm>
            <a:off x="8908417" y="418974"/>
            <a:ext cx="3019425" cy="285750"/>
          </a:xfrm>
          <a:custGeom>
            <a:avLst/>
            <a:gdLst>
              <a:gd name="T0" fmla="*/ 1262 w 1299"/>
              <a:gd name="T1" fmla="*/ 0 h 123"/>
              <a:gd name="T2" fmla="*/ 36 w 1299"/>
              <a:gd name="T3" fmla="*/ 0 h 123"/>
              <a:gd name="T4" fmla="*/ 0 w 1299"/>
              <a:gd name="T5" fmla="*/ 36 h 123"/>
              <a:gd name="T6" fmla="*/ 0 w 1299"/>
              <a:gd name="T7" fmla="*/ 86 h 123"/>
              <a:gd name="T8" fmla="*/ 36 w 1299"/>
              <a:gd name="T9" fmla="*/ 123 h 123"/>
              <a:gd name="T10" fmla="*/ 1262 w 1299"/>
              <a:gd name="T11" fmla="*/ 123 h 123"/>
              <a:gd name="T12" fmla="*/ 1299 w 1299"/>
              <a:gd name="T13" fmla="*/ 86 h 123"/>
              <a:gd name="T14" fmla="*/ 1299 w 1299"/>
              <a:gd name="T15" fmla="*/ 36 h 123"/>
              <a:gd name="T16" fmla="*/ 1262 w 1299"/>
              <a:gd name="T17" fmla="*/ 0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9" h="123">
                <a:moveTo>
                  <a:pt x="1262" y="0"/>
                </a:moveTo>
                <a:cubicBezTo>
                  <a:pt x="36" y="0"/>
                  <a:pt x="36" y="0"/>
                  <a:pt x="36" y="0"/>
                </a:cubicBezTo>
                <a:cubicBezTo>
                  <a:pt x="16" y="0"/>
                  <a:pt x="0" y="16"/>
                  <a:pt x="0" y="36"/>
                </a:cubicBezTo>
                <a:cubicBezTo>
                  <a:pt x="0" y="86"/>
                  <a:pt x="0" y="86"/>
                  <a:pt x="0" y="86"/>
                </a:cubicBezTo>
                <a:cubicBezTo>
                  <a:pt x="0" y="107"/>
                  <a:pt x="16" y="123"/>
                  <a:pt x="36" y="123"/>
                </a:cubicBezTo>
                <a:cubicBezTo>
                  <a:pt x="1262" y="123"/>
                  <a:pt x="1262" y="123"/>
                  <a:pt x="1262" y="123"/>
                </a:cubicBezTo>
                <a:cubicBezTo>
                  <a:pt x="1283" y="123"/>
                  <a:pt x="1299" y="107"/>
                  <a:pt x="1299" y="86"/>
                </a:cubicBezTo>
                <a:cubicBezTo>
                  <a:pt x="1299" y="36"/>
                  <a:pt x="1299" y="36"/>
                  <a:pt x="1299" y="36"/>
                </a:cubicBezTo>
                <a:cubicBezTo>
                  <a:pt x="1299" y="16"/>
                  <a:pt x="1283" y="0"/>
                  <a:pt x="1262" y="0"/>
                </a:cubicBezTo>
                <a:close/>
              </a:path>
            </a:pathLst>
          </a:custGeom>
          <a:solidFill>
            <a:srgbClr val="8C623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Forma livre 5">
            <a:extLst>
              <a:ext uri="{FF2B5EF4-FFF2-40B4-BE49-F238E27FC236}">
                <a16:creationId xmlns:a16="http://schemas.microsoft.com/office/drawing/2014/main" id="{47720560-289E-4EB7-8256-8CC321FB74BE}"/>
              </a:ext>
            </a:extLst>
          </p:cNvPr>
          <p:cNvSpPr>
            <a:spLocks/>
          </p:cNvSpPr>
          <p:nvPr/>
        </p:nvSpPr>
        <p:spPr bwMode="auto">
          <a:xfrm>
            <a:off x="8908417" y="5086224"/>
            <a:ext cx="3019425" cy="288925"/>
          </a:xfrm>
          <a:custGeom>
            <a:avLst/>
            <a:gdLst>
              <a:gd name="T0" fmla="*/ 1262 w 1299"/>
              <a:gd name="T1" fmla="*/ 0 h 124"/>
              <a:gd name="T2" fmla="*/ 36 w 1299"/>
              <a:gd name="T3" fmla="*/ 0 h 124"/>
              <a:gd name="T4" fmla="*/ 0 w 1299"/>
              <a:gd name="T5" fmla="*/ 37 h 124"/>
              <a:gd name="T6" fmla="*/ 0 w 1299"/>
              <a:gd name="T7" fmla="*/ 87 h 124"/>
              <a:gd name="T8" fmla="*/ 36 w 1299"/>
              <a:gd name="T9" fmla="*/ 124 h 124"/>
              <a:gd name="T10" fmla="*/ 1262 w 1299"/>
              <a:gd name="T11" fmla="*/ 124 h 124"/>
              <a:gd name="T12" fmla="*/ 1299 w 1299"/>
              <a:gd name="T13" fmla="*/ 87 h 124"/>
              <a:gd name="T14" fmla="*/ 1299 w 1299"/>
              <a:gd name="T15" fmla="*/ 37 h 124"/>
              <a:gd name="T16" fmla="*/ 1262 w 1299"/>
              <a:gd name="T17" fmla="*/ 0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9" h="124">
                <a:moveTo>
                  <a:pt x="1262" y="0"/>
                </a:moveTo>
                <a:cubicBezTo>
                  <a:pt x="36" y="0"/>
                  <a:pt x="36" y="0"/>
                  <a:pt x="36" y="0"/>
                </a:cubicBezTo>
                <a:cubicBezTo>
                  <a:pt x="16" y="0"/>
                  <a:pt x="0" y="17"/>
                  <a:pt x="0" y="37"/>
                </a:cubicBezTo>
                <a:cubicBezTo>
                  <a:pt x="0" y="87"/>
                  <a:pt x="0" y="87"/>
                  <a:pt x="0" y="87"/>
                </a:cubicBezTo>
                <a:cubicBezTo>
                  <a:pt x="0" y="107"/>
                  <a:pt x="16" y="124"/>
                  <a:pt x="36" y="124"/>
                </a:cubicBezTo>
                <a:cubicBezTo>
                  <a:pt x="1262" y="124"/>
                  <a:pt x="1262" y="124"/>
                  <a:pt x="1262" y="124"/>
                </a:cubicBezTo>
                <a:cubicBezTo>
                  <a:pt x="1283" y="124"/>
                  <a:pt x="1299" y="107"/>
                  <a:pt x="1299" y="87"/>
                </a:cubicBezTo>
                <a:cubicBezTo>
                  <a:pt x="1299" y="37"/>
                  <a:pt x="1299" y="37"/>
                  <a:pt x="1299" y="37"/>
                </a:cubicBezTo>
                <a:cubicBezTo>
                  <a:pt x="1299" y="17"/>
                  <a:pt x="1283" y="0"/>
                  <a:pt x="1262" y="0"/>
                </a:cubicBezTo>
                <a:close/>
              </a:path>
            </a:pathLst>
          </a:custGeom>
          <a:solidFill>
            <a:srgbClr val="8C623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orma Livre 6">
            <a:extLst>
              <a:ext uri="{FF2B5EF4-FFF2-40B4-BE49-F238E27FC236}">
                <a16:creationId xmlns:a16="http://schemas.microsoft.com/office/drawing/2014/main" id="{705A707D-464D-45B8-AE2D-DEC1392B07A7}"/>
              </a:ext>
            </a:extLst>
          </p:cNvPr>
          <p:cNvSpPr>
            <a:spLocks/>
          </p:cNvSpPr>
          <p:nvPr/>
        </p:nvSpPr>
        <p:spPr bwMode="auto">
          <a:xfrm>
            <a:off x="8908417" y="5202111"/>
            <a:ext cx="3019425" cy="173038"/>
          </a:xfrm>
          <a:custGeom>
            <a:avLst/>
            <a:gdLst>
              <a:gd name="T0" fmla="*/ 1262 w 1299"/>
              <a:gd name="T1" fmla="*/ 36 h 74"/>
              <a:gd name="T2" fmla="*/ 36 w 1299"/>
              <a:gd name="T3" fmla="*/ 36 h 74"/>
              <a:gd name="T4" fmla="*/ 0 w 1299"/>
              <a:gd name="T5" fmla="*/ 0 h 74"/>
              <a:gd name="T6" fmla="*/ 0 w 1299"/>
              <a:gd name="T7" fmla="*/ 37 h 74"/>
              <a:gd name="T8" fmla="*/ 36 w 1299"/>
              <a:gd name="T9" fmla="*/ 74 h 74"/>
              <a:gd name="T10" fmla="*/ 1262 w 1299"/>
              <a:gd name="T11" fmla="*/ 74 h 74"/>
              <a:gd name="T12" fmla="*/ 1299 w 1299"/>
              <a:gd name="T13" fmla="*/ 37 h 74"/>
              <a:gd name="T14" fmla="*/ 1299 w 1299"/>
              <a:gd name="T15" fmla="*/ 0 h 74"/>
              <a:gd name="T16" fmla="*/ 1262 w 1299"/>
              <a:gd name="T17" fmla="*/ 36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9" h="74">
                <a:moveTo>
                  <a:pt x="1262" y="36"/>
                </a:moveTo>
                <a:cubicBezTo>
                  <a:pt x="36" y="36"/>
                  <a:pt x="36" y="36"/>
                  <a:pt x="36" y="36"/>
                </a:cubicBezTo>
                <a:cubicBezTo>
                  <a:pt x="16" y="36"/>
                  <a:pt x="0" y="20"/>
                  <a:pt x="0" y="0"/>
                </a:cubicBezTo>
                <a:cubicBezTo>
                  <a:pt x="0" y="37"/>
                  <a:pt x="0" y="37"/>
                  <a:pt x="0" y="37"/>
                </a:cubicBezTo>
                <a:cubicBezTo>
                  <a:pt x="0" y="57"/>
                  <a:pt x="16" y="74"/>
                  <a:pt x="36" y="74"/>
                </a:cubicBezTo>
                <a:cubicBezTo>
                  <a:pt x="1262" y="74"/>
                  <a:pt x="1262" y="74"/>
                  <a:pt x="1262" y="74"/>
                </a:cubicBezTo>
                <a:cubicBezTo>
                  <a:pt x="1283" y="74"/>
                  <a:pt x="1299" y="57"/>
                  <a:pt x="1299" y="37"/>
                </a:cubicBezTo>
                <a:cubicBezTo>
                  <a:pt x="1299" y="0"/>
                  <a:pt x="1299" y="0"/>
                  <a:pt x="1299" y="0"/>
                </a:cubicBezTo>
                <a:cubicBezTo>
                  <a:pt x="1299" y="20"/>
                  <a:pt x="1283" y="36"/>
                  <a:pt x="1262" y="36"/>
                </a:cubicBezTo>
                <a:close/>
              </a:path>
            </a:pathLst>
          </a:custGeom>
          <a:solidFill>
            <a:srgbClr val="855C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parte superior com areia">
            <a:extLst>
              <a:ext uri="{FF2B5EF4-FFF2-40B4-BE49-F238E27FC236}">
                <a16:creationId xmlns:a16="http://schemas.microsoft.com/office/drawing/2014/main" id="{87366B07-520A-4D8E-BF3D-968DE5AA2FFB}"/>
              </a:ext>
            </a:extLst>
          </p:cNvPr>
          <p:cNvSpPr>
            <a:spLocks/>
          </p:cNvSpPr>
          <p:nvPr/>
        </p:nvSpPr>
        <p:spPr bwMode="auto">
          <a:xfrm>
            <a:off x="9221154" y="1352424"/>
            <a:ext cx="2395538" cy="1495425"/>
          </a:xfrm>
          <a:custGeom>
            <a:avLst/>
            <a:gdLst>
              <a:gd name="T0" fmla="*/ 22 w 1031"/>
              <a:gd name="T1" fmla="*/ 4 h 644"/>
              <a:gd name="T2" fmla="*/ 1 w 1031"/>
              <a:gd name="T3" fmla="*/ 21 h 644"/>
              <a:gd name="T4" fmla="*/ 78 w 1031"/>
              <a:gd name="T5" fmla="*/ 295 h 644"/>
              <a:gd name="T6" fmla="*/ 259 w 1031"/>
              <a:gd name="T7" fmla="*/ 515 h 644"/>
              <a:gd name="T8" fmla="*/ 516 w 1031"/>
              <a:gd name="T9" fmla="*/ 644 h 644"/>
              <a:gd name="T10" fmla="*/ 769 w 1031"/>
              <a:gd name="T11" fmla="*/ 518 h 644"/>
              <a:gd name="T12" fmla="*/ 952 w 1031"/>
              <a:gd name="T13" fmla="*/ 297 h 644"/>
              <a:gd name="T14" fmla="*/ 1030 w 1031"/>
              <a:gd name="T15" fmla="*/ 21 h 644"/>
              <a:gd name="T16" fmla="*/ 1009 w 1031"/>
              <a:gd name="T17" fmla="*/ 4 h 644"/>
              <a:gd name="T18" fmla="*/ 661 w 1031"/>
              <a:gd name="T19" fmla="*/ 118 h 644"/>
              <a:gd name="T20" fmla="*/ 370 w 1031"/>
              <a:gd name="T21" fmla="*/ 118 h 644"/>
              <a:gd name="T22" fmla="*/ 22 w 1031"/>
              <a:gd name="T23" fmla="*/ 4 h 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31" h="644">
                <a:moveTo>
                  <a:pt x="22" y="4"/>
                </a:moveTo>
                <a:cubicBezTo>
                  <a:pt x="11" y="0"/>
                  <a:pt x="0" y="10"/>
                  <a:pt x="1" y="21"/>
                </a:cubicBezTo>
                <a:cubicBezTo>
                  <a:pt x="11" y="122"/>
                  <a:pt x="37" y="214"/>
                  <a:pt x="78" y="295"/>
                </a:cubicBezTo>
                <a:cubicBezTo>
                  <a:pt x="122" y="381"/>
                  <a:pt x="182" y="455"/>
                  <a:pt x="259" y="515"/>
                </a:cubicBezTo>
                <a:cubicBezTo>
                  <a:pt x="370" y="603"/>
                  <a:pt x="483" y="636"/>
                  <a:pt x="516" y="644"/>
                </a:cubicBezTo>
                <a:cubicBezTo>
                  <a:pt x="548" y="636"/>
                  <a:pt x="658" y="604"/>
                  <a:pt x="769" y="518"/>
                </a:cubicBezTo>
                <a:cubicBezTo>
                  <a:pt x="846" y="458"/>
                  <a:pt x="908" y="384"/>
                  <a:pt x="952" y="297"/>
                </a:cubicBezTo>
                <a:cubicBezTo>
                  <a:pt x="993" y="216"/>
                  <a:pt x="1019" y="123"/>
                  <a:pt x="1030" y="21"/>
                </a:cubicBezTo>
                <a:cubicBezTo>
                  <a:pt x="1031" y="10"/>
                  <a:pt x="1020" y="0"/>
                  <a:pt x="1009" y="4"/>
                </a:cubicBezTo>
                <a:cubicBezTo>
                  <a:pt x="661" y="118"/>
                  <a:pt x="661" y="118"/>
                  <a:pt x="661" y="118"/>
                </a:cubicBezTo>
                <a:cubicBezTo>
                  <a:pt x="566" y="149"/>
                  <a:pt x="465" y="149"/>
                  <a:pt x="370" y="118"/>
                </a:cubicBezTo>
                <a:lnTo>
                  <a:pt x="22" y="4"/>
                </a:lnTo>
                <a:close/>
              </a:path>
            </a:pathLst>
          </a:custGeom>
          <a:solidFill>
            <a:srgbClr val="EDCD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parte inferior com areia">
            <a:extLst>
              <a:ext uri="{FF2B5EF4-FFF2-40B4-BE49-F238E27FC236}">
                <a16:creationId xmlns:a16="http://schemas.microsoft.com/office/drawing/2014/main" id="{E7C7D467-481C-4FCF-8322-5531C19701A2}"/>
              </a:ext>
            </a:extLst>
          </p:cNvPr>
          <p:cNvSpPr>
            <a:spLocks/>
          </p:cNvSpPr>
          <p:nvPr/>
        </p:nvSpPr>
        <p:spPr bwMode="auto">
          <a:xfrm>
            <a:off x="9208454" y="4027361"/>
            <a:ext cx="2417763" cy="1058863"/>
          </a:xfrm>
          <a:custGeom>
            <a:avLst/>
            <a:gdLst>
              <a:gd name="T0" fmla="*/ 0 w 1523"/>
              <a:gd name="T1" fmla="*/ 667 h 667"/>
              <a:gd name="T2" fmla="*/ 763 w 1523"/>
              <a:gd name="T3" fmla="*/ 0 h 667"/>
              <a:gd name="T4" fmla="*/ 1523 w 1523"/>
              <a:gd name="T5" fmla="*/ 667 h 667"/>
              <a:gd name="T6" fmla="*/ 0 w 1523"/>
              <a:gd name="T7" fmla="*/ 667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23" h="667">
                <a:moveTo>
                  <a:pt x="0" y="667"/>
                </a:moveTo>
                <a:lnTo>
                  <a:pt x="763" y="0"/>
                </a:lnTo>
                <a:lnTo>
                  <a:pt x="1523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EDCD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conector reto">
            <a:extLst>
              <a:ext uri="{FF2B5EF4-FFF2-40B4-BE49-F238E27FC236}">
                <a16:creationId xmlns:a16="http://schemas.microsoft.com/office/drawing/2014/main" id="{D025F67A-92D8-4BAA-A0F4-C148BD022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5267" y="2824830"/>
            <a:ext cx="87313" cy="2259807"/>
          </a:xfrm>
          <a:prstGeom prst="rect">
            <a:avLst/>
          </a:prstGeom>
          <a:solidFill>
            <a:srgbClr val="EDCD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4" name="botão: iniciar temporizador">
            <a:extLst>
              <a:ext uri="{FF2B5EF4-FFF2-40B4-BE49-F238E27FC236}">
                <a16:creationId xmlns:a16="http://schemas.microsoft.com/office/drawing/2014/main" id="{C1D7C537-C608-4E1D-B482-68276FB4F67E}"/>
              </a:ext>
            </a:extLst>
          </p:cNvPr>
          <p:cNvGrpSpPr/>
          <p:nvPr/>
        </p:nvGrpSpPr>
        <p:grpSpPr>
          <a:xfrm>
            <a:off x="5417504" y="4575187"/>
            <a:ext cx="2636838" cy="799962"/>
            <a:chOff x="1332706" y="185859"/>
            <a:chExt cx="2636838" cy="799962"/>
          </a:xfrm>
        </p:grpSpPr>
        <p:sp>
          <p:nvSpPr>
            <p:cNvPr id="15" name="Retângulo arredondado 12">
              <a:extLst>
                <a:ext uri="{FF2B5EF4-FFF2-40B4-BE49-F238E27FC236}">
                  <a16:creationId xmlns:a16="http://schemas.microsoft.com/office/drawing/2014/main" id="{5580A99D-3A3E-4DC1-BA35-0A646B2C2E6E}"/>
                </a:ext>
              </a:extLst>
            </p:cNvPr>
            <p:cNvSpPr/>
            <p:nvPr/>
          </p:nvSpPr>
          <p:spPr>
            <a:xfrm>
              <a:off x="1332706" y="288262"/>
              <a:ext cx="2636838" cy="69755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6" name="Retângulo arredondado 13">
              <a:extLst>
                <a:ext uri="{FF2B5EF4-FFF2-40B4-BE49-F238E27FC236}">
                  <a16:creationId xmlns:a16="http://schemas.microsoft.com/office/drawing/2014/main" id="{D4C3031E-D78E-4AED-9A18-5F43BC0F05B7}"/>
                </a:ext>
              </a:extLst>
            </p:cNvPr>
            <p:cNvSpPr/>
            <p:nvPr/>
          </p:nvSpPr>
          <p:spPr>
            <a:xfrm>
              <a:off x="1332706" y="185859"/>
              <a:ext cx="2636838" cy="69755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INICIAR TEMPORIZADOR</a:t>
              </a:r>
            </a:p>
          </p:txBody>
        </p:sp>
      </p:grpSp>
      <p:grpSp>
        <p:nvGrpSpPr>
          <p:cNvPr id="17" name="o tempo acabou">
            <a:extLst>
              <a:ext uri="{FF2B5EF4-FFF2-40B4-BE49-F238E27FC236}">
                <a16:creationId xmlns:a16="http://schemas.microsoft.com/office/drawing/2014/main" id="{00DCA16F-C888-43CB-BC03-231954115C93}"/>
              </a:ext>
            </a:extLst>
          </p:cNvPr>
          <p:cNvGrpSpPr/>
          <p:nvPr/>
        </p:nvGrpSpPr>
        <p:grpSpPr>
          <a:xfrm>
            <a:off x="5417504" y="4575187"/>
            <a:ext cx="2636838" cy="799962"/>
            <a:chOff x="4321176" y="185859"/>
            <a:chExt cx="2636838" cy="799962"/>
          </a:xfrm>
        </p:grpSpPr>
        <p:sp>
          <p:nvSpPr>
            <p:cNvPr id="19" name="Retângulo arredondado 15">
              <a:extLst>
                <a:ext uri="{FF2B5EF4-FFF2-40B4-BE49-F238E27FC236}">
                  <a16:creationId xmlns:a16="http://schemas.microsoft.com/office/drawing/2014/main" id="{DCCBC21C-EB58-4C65-951E-9776430BC47F}"/>
                </a:ext>
              </a:extLst>
            </p:cNvPr>
            <p:cNvSpPr/>
            <p:nvPr/>
          </p:nvSpPr>
          <p:spPr>
            <a:xfrm>
              <a:off x="4321176" y="288262"/>
              <a:ext cx="2636838" cy="69755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0" name="Retângulo arredondado 16">
              <a:extLst>
                <a:ext uri="{FF2B5EF4-FFF2-40B4-BE49-F238E27FC236}">
                  <a16:creationId xmlns:a16="http://schemas.microsoft.com/office/drawing/2014/main" id="{91595A1D-830B-4C73-AA0B-EDF651BD70C5}"/>
                </a:ext>
              </a:extLst>
            </p:cNvPr>
            <p:cNvSpPr/>
            <p:nvPr/>
          </p:nvSpPr>
          <p:spPr>
            <a:xfrm>
              <a:off x="4321176" y="185859"/>
              <a:ext cx="2636838" cy="69755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 TEMPO ACABOU!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1635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" dur="6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59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6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0000"/>
                            </p:stCondLst>
                            <p:childTnLst>
                              <p:par>
                                <p:cTn id="15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0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3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7"/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algn="ctr"/>
            <a:r>
              <a:rPr lang="pt-BR" sz="3600" dirty="0"/>
              <a:t>Resposta: </a:t>
            </a:r>
            <a:r>
              <a:rPr lang="pt-BR" sz="3600" dirty="0" err="1"/>
              <a:t>Product</a:t>
            </a:r>
            <a:r>
              <a:rPr lang="pt-BR" sz="3600" dirty="0"/>
              <a:t> </a:t>
            </a:r>
            <a:r>
              <a:rPr lang="pt-BR" sz="3600" dirty="0" err="1"/>
              <a:t>Owner</a:t>
            </a:r>
            <a:r>
              <a:rPr lang="pt-BR" sz="3600" dirty="0"/>
              <a:t> (PO).</a:t>
            </a:r>
            <a:endParaRPr lang="en-US" sz="3600" dirty="0"/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pt-BR"/>
              <a:t>10</a:t>
            </a:r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Ágil 100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171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7"/>
          <p:cNvSpPr>
            <a:spLocks noGrp="1"/>
          </p:cNvSpPr>
          <p:nvPr>
            <p:ph type="body" sz="quarter" idx="13"/>
          </p:nvPr>
        </p:nvSpPr>
        <p:spPr>
          <a:xfrm>
            <a:off x="2005429" y="1427108"/>
            <a:ext cx="5747288" cy="2001892"/>
          </a:xfrm>
        </p:spPr>
        <p:txBody>
          <a:bodyPr rtlCol="0"/>
          <a:lstStyle/>
          <a:p>
            <a:pPr algn="ctr"/>
            <a:r>
              <a:rPr lang="pt-BR" sz="3600" dirty="0"/>
              <a:t>Como o Ágil lida com mudanças de requisitos no meio do projeto?</a:t>
            </a:r>
            <a:endParaRPr lang="en-US" sz="3600" dirty="0"/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pt-BR"/>
              <a:t>20</a:t>
            </a:r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Ágil 200</a:t>
            </a:r>
          </a:p>
        </p:txBody>
      </p:sp>
      <p:grpSp>
        <p:nvGrpSpPr>
          <p:cNvPr id="7" name="botão: iniciar temporizador">
            <a:extLst>
              <a:ext uri="{FF2B5EF4-FFF2-40B4-BE49-F238E27FC236}">
                <a16:creationId xmlns:a16="http://schemas.microsoft.com/office/drawing/2014/main" id="{42F7EB6C-4410-4A3F-BAEB-5E521C4EE482}"/>
              </a:ext>
            </a:extLst>
          </p:cNvPr>
          <p:cNvGrpSpPr/>
          <p:nvPr/>
        </p:nvGrpSpPr>
        <p:grpSpPr>
          <a:xfrm>
            <a:off x="4983126" y="4803519"/>
            <a:ext cx="2636838" cy="799962"/>
            <a:chOff x="1332706" y="185859"/>
            <a:chExt cx="2636838" cy="799962"/>
          </a:xfrm>
        </p:grpSpPr>
        <p:sp>
          <p:nvSpPr>
            <p:cNvPr id="9" name="Retângulo arredondado 12">
              <a:extLst>
                <a:ext uri="{FF2B5EF4-FFF2-40B4-BE49-F238E27FC236}">
                  <a16:creationId xmlns:a16="http://schemas.microsoft.com/office/drawing/2014/main" id="{7ABA00BD-6EDE-4148-A5D1-6A0B1E676561}"/>
                </a:ext>
              </a:extLst>
            </p:cNvPr>
            <p:cNvSpPr/>
            <p:nvPr/>
          </p:nvSpPr>
          <p:spPr>
            <a:xfrm>
              <a:off x="1332706" y="288262"/>
              <a:ext cx="2636838" cy="69755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" name="Retângulo arredondado 13">
              <a:extLst>
                <a:ext uri="{FF2B5EF4-FFF2-40B4-BE49-F238E27FC236}">
                  <a16:creationId xmlns:a16="http://schemas.microsoft.com/office/drawing/2014/main" id="{1F3F40C8-1E7C-4C72-92AF-2B3EB221C25C}"/>
                </a:ext>
              </a:extLst>
            </p:cNvPr>
            <p:cNvSpPr/>
            <p:nvPr/>
          </p:nvSpPr>
          <p:spPr>
            <a:xfrm>
              <a:off x="1332706" y="185859"/>
              <a:ext cx="2636838" cy="69755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INICIAR TEMPORIZADOR</a:t>
              </a:r>
            </a:p>
          </p:txBody>
        </p:sp>
      </p:grpSp>
      <p:grpSp>
        <p:nvGrpSpPr>
          <p:cNvPr id="11" name="o tempo acabou">
            <a:extLst>
              <a:ext uri="{FF2B5EF4-FFF2-40B4-BE49-F238E27FC236}">
                <a16:creationId xmlns:a16="http://schemas.microsoft.com/office/drawing/2014/main" id="{44BCD716-F0DD-45EC-8A41-51788C37ABEC}"/>
              </a:ext>
            </a:extLst>
          </p:cNvPr>
          <p:cNvGrpSpPr/>
          <p:nvPr/>
        </p:nvGrpSpPr>
        <p:grpSpPr>
          <a:xfrm>
            <a:off x="4983126" y="4803519"/>
            <a:ext cx="2636838" cy="799962"/>
            <a:chOff x="4321176" y="185859"/>
            <a:chExt cx="2636838" cy="799962"/>
          </a:xfrm>
        </p:grpSpPr>
        <p:sp>
          <p:nvSpPr>
            <p:cNvPr id="12" name="Retângulo arredondado 15">
              <a:extLst>
                <a:ext uri="{FF2B5EF4-FFF2-40B4-BE49-F238E27FC236}">
                  <a16:creationId xmlns:a16="http://schemas.microsoft.com/office/drawing/2014/main" id="{E47FC183-8D71-4691-AC16-E2B6DCC4B99A}"/>
                </a:ext>
              </a:extLst>
            </p:cNvPr>
            <p:cNvSpPr/>
            <p:nvPr/>
          </p:nvSpPr>
          <p:spPr>
            <a:xfrm>
              <a:off x="4321176" y="288262"/>
              <a:ext cx="2636838" cy="69755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3" name="Retângulo arredondado 16">
              <a:extLst>
                <a:ext uri="{FF2B5EF4-FFF2-40B4-BE49-F238E27FC236}">
                  <a16:creationId xmlns:a16="http://schemas.microsoft.com/office/drawing/2014/main" id="{06FE3C55-EE75-43EF-819F-0A04A0897619}"/>
                </a:ext>
              </a:extLst>
            </p:cNvPr>
            <p:cNvSpPr/>
            <p:nvPr/>
          </p:nvSpPr>
          <p:spPr>
            <a:xfrm>
              <a:off x="4321176" y="185859"/>
              <a:ext cx="2636838" cy="69755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 TEMPO ACABOU!</a:t>
              </a:r>
            </a:p>
          </p:txBody>
        </p:sp>
      </p:grpSp>
      <p:sp>
        <p:nvSpPr>
          <p:cNvPr id="14" name="AutoForma 3">
            <a:extLst>
              <a:ext uri="{FF2B5EF4-FFF2-40B4-BE49-F238E27FC236}">
                <a16:creationId xmlns:a16="http://schemas.microsoft.com/office/drawing/2014/main" id="{F3A21F5A-B24E-4BF4-8692-5E359DC5C16D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8906829" y="417386"/>
            <a:ext cx="3019425" cy="495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orma Livre 3">
            <a:extLst>
              <a:ext uri="{FF2B5EF4-FFF2-40B4-BE49-F238E27FC236}">
                <a16:creationId xmlns:a16="http://schemas.microsoft.com/office/drawing/2014/main" id="{A72D8CB7-AC35-4EBE-AD26-09E43EB08010}"/>
              </a:ext>
            </a:extLst>
          </p:cNvPr>
          <p:cNvSpPr>
            <a:spLocks/>
          </p:cNvSpPr>
          <p:nvPr/>
        </p:nvSpPr>
        <p:spPr bwMode="auto">
          <a:xfrm>
            <a:off x="9103679" y="704724"/>
            <a:ext cx="2628900" cy="4381500"/>
          </a:xfrm>
          <a:custGeom>
            <a:avLst/>
            <a:gdLst>
              <a:gd name="T0" fmla="*/ 1131 w 1131"/>
              <a:gd name="T1" fmla="*/ 0 h 1887"/>
              <a:gd name="T2" fmla="*/ 0 w 1131"/>
              <a:gd name="T3" fmla="*/ 0 h 1887"/>
              <a:gd name="T4" fmla="*/ 0 w 1131"/>
              <a:gd name="T5" fmla="*/ 194 h 1887"/>
              <a:gd name="T6" fmla="*/ 460 w 1131"/>
              <a:gd name="T7" fmla="*/ 934 h 1887"/>
              <a:gd name="T8" fmla="*/ 460 w 1131"/>
              <a:gd name="T9" fmla="*/ 954 h 1887"/>
              <a:gd name="T10" fmla="*/ 0 w 1131"/>
              <a:gd name="T11" fmla="*/ 1694 h 1887"/>
              <a:gd name="T12" fmla="*/ 0 w 1131"/>
              <a:gd name="T13" fmla="*/ 1887 h 1887"/>
              <a:gd name="T14" fmla="*/ 1131 w 1131"/>
              <a:gd name="T15" fmla="*/ 1887 h 1887"/>
              <a:gd name="T16" fmla="*/ 1131 w 1131"/>
              <a:gd name="T17" fmla="*/ 1694 h 1887"/>
              <a:gd name="T18" fmla="*/ 671 w 1131"/>
              <a:gd name="T19" fmla="*/ 954 h 1887"/>
              <a:gd name="T20" fmla="*/ 671 w 1131"/>
              <a:gd name="T21" fmla="*/ 934 h 1887"/>
              <a:gd name="T22" fmla="*/ 1131 w 1131"/>
              <a:gd name="T23" fmla="*/ 194 h 1887"/>
              <a:gd name="T24" fmla="*/ 1131 w 1131"/>
              <a:gd name="T25" fmla="*/ 0 h 18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31" h="1887">
                <a:moveTo>
                  <a:pt x="11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94"/>
                  <a:pt x="0" y="194"/>
                  <a:pt x="0" y="194"/>
                </a:cubicBezTo>
                <a:cubicBezTo>
                  <a:pt x="0" y="675"/>
                  <a:pt x="297" y="865"/>
                  <a:pt x="460" y="934"/>
                </a:cubicBezTo>
                <a:cubicBezTo>
                  <a:pt x="469" y="937"/>
                  <a:pt x="469" y="950"/>
                  <a:pt x="460" y="954"/>
                </a:cubicBezTo>
                <a:cubicBezTo>
                  <a:pt x="297" y="1022"/>
                  <a:pt x="0" y="1212"/>
                  <a:pt x="0" y="1694"/>
                </a:cubicBezTo>
                <a:cubicBezTo>
                  <a:pt x="0" y="1887"/>
                  <a:pt x="0" y="1887"/>
                  <a:pt x="0" y="1887"/>
                </a:cubicBezTo>
                <a:cubicBezTo>
                  <a:pt x="1131" y="1887"/>
                  <a:pt x="1131" y="1887"/>
                  <a:pt x="1131" y="1887"/>
                </a:cubicBezTo>
                <a:cubicBezTo>
                  <a:pt x="1131" y="1694"/>
                  <a:pt x="1131" y="1694"/>
                  <a:pt x="1131" y="1694"/>
                </a:cubicBezTo>
                <a:cubicBezTo>
                  <a:pt x="1131" y="1212"/>
                  <a:pt x="834" y="1022"/>
                  <a:pt x="671" y="954"/>
                </a:cubicBezTo>
                <a:cubicBezTo>
                  <a:pt x="661" y="950"/>
                  <a:pt x="661" y="937"/>
                  <a:pt x="671" y="934"/>
                </a:cubicBezTo>
                <a:cubicBezTo>
                  <a:pt x="834" y="865"/>
                  <a:pt x="1131" y="675"/>
                  <a:pt x="1131" y="194"/>
                </a:cubicBezTo>
                <a:cubicBezTo>
                  <a:pt x="1131" y="0"/>
                  <a:pt x="1131" y="0"/>
                  <a:pt x="1131" y="0"/>
                </a:cubicBezTo>
              </a:path>
            </a:pathLst>
          </a:custGeom>
          <a:solidFill>
            <a:srgbClr val="F5F5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orma Livre 4">
            <a:extLst>
              <a:ext uri="{FF2B5EF4-FFF2-40B4-BE49-F238E27FC236}">
                <a16:creationId xmlns:a16="http://schemas.microsoft.com/office/drawing/2014/main" id="{AF7CD7C6-328C-4D76-9F6D-C54DC23590C3}"/>
              </a:ext>
            </a:extLst>
          </p:cNvPr>
          <p:cNvSpPr>
            <a:spLocks/>
          </p:cNvSpPr>
          <p:nvPr/>
        </p:nvSpPr>
        <p:spPr bwMode="auto">
          <a:xfrm>
            <a:off x="8908417" y="418974"/>
            <a:ext cx="3019425" cy="285750"/>
          </a:xfrm>
          <a:custGeom>
            <a:avLst/>
            <a:gdLst>
              <a:gd name="T0" fmla="*/ 1262 w 1299"/>
              <a:gd name="T1" fmla="*/ 0 h 123"/>
              <a:gd name="T2" fmla="*/ 36 w 1299"/>
              <a:gd name="T3" fmla="*/ 0 h 123"/>
              <a:gd name="T4" fmla="*/ 0 w 1299"/>
              <a:gd name="T5" fmla="*/ 36 h 123"/>
              <a:gd name="T6" fmla="*/ 0 w 1299"/>
              <a:gd name="T7" fmla="*/ 86 h 123"/>
              <a:gd name="T8" fmla="*/ 36 w 1299"/>
              <a:gd name="T9" fmla="*/ 123 h 123"/>
              <a:gd name="T10" fmla="*/ 1262 w 1299"/>
              <a:gd name="T11" fmla="*/ 123 h 123"/>
              <a:gd name="T12" fmla="*/ 1299 w 1299"/>
              <a:gd name="T13" fmla="*/ 86 h 123"/>
              <a:gd name="T14" fmla="*/ 1299 w 1299"/>
              <a:gd name="T15" fmla="*/ 36 h 123"/>
              <a:gd name="T16" fmla="*/ 1262 w 1299"/>
              <a:gd name="T17" fmla="*/ 0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9" h="123">
                <a:moveTo>
                  <a:pt x="1262" y="0"/>
                </a:moveTo>
                <a:cubicBezTo>
                  <a:pt x="36" y="0"/>
                  <a:pt x="36" y="0"/>
                  <a:pt x="36" y="0"/>
                </a:cubicBezTo>
                <a:cubicBezTo>
                  <a:pt x="16" y="0"/>
                  <a:pt x="0" y="16"/>
                  <a:pt x="0" y="36"/>
                </a:cubicBezTo>
                <a:cubicBezTo>
                  <a:pt x="0" y="86"/>
                  <a:pt x="0" y="86"/>
                  <a:pt x="0" y="86"/>
                </a:cubicBezTo>
                <a:cubicBezTo>
                  <a:pt x="0" y="107"/>
                  <a:pt x="16" y="123"/>
                  <a:pt x="36" y="123"/>
                </a:cubicBezTo>
                <a:cubicBezTo>
                  <a:pt x="1262" y="123"/>
                  <a:pt x="1262" y="123"/>
                  <a:pt x="1262" y="123"/>
                </a:cubicBezTo>
                <a:cubicBezTo>
                  <a:pt x="1283" y="123"/>
                  <a:pt x="1299" y="107"/>
                  <a:pt x="1299" y="86"/>
                </a:cubicBezTo>
                <a:cubicBezTo>
                  <a:pt x="1299" y="36"/>
                  <a:pt x="1299" y="36"/>
                  <a:pt x="1299" y="36"/>
                </a:cubicBezTo>
                <a:cubicBezTo>
                  <a:pt x="1299" y="16"/>
                  <a:pt x="1283" y="0"/>
                  <a:pt x="1262" y="0"/>
                </a:cubicBezTo>
                <a:close/>
              </a:path>
            </a:pathLst>
          </a:custGeom>
          <a:solidFill>
            <a:srgbClr val="8C623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Forma livre 5">
            <a:extLst>
              <a:ext uri="{FF2B5EF4-FFF2-40B4-BE49-F238E27FC236}">
                <a16:creationId xmlns:a16="http://schemas.microsoft.com/office/drawing/2014/main" id="{E04C6AA9-EDBB-4C74-AEE3-B291AE0863D1}"/>
              </a:ext>
            </a:extLst>
          </p:cNvPr>
          <p:cNvSpPr>
            <a:spLocks/>
          </p:cNvSpPr>
          <p:nvPr/>
        </p:nvSpPr>
        <p:spPr bwMode="auto">
          <a:xfrm>
            <a:off x="8908417" y="5086224"/>
            <a:ext cx="3019425" cy="288925"/>
          </a:xfrm>
          <a:custGeom>
            <a:avLst/>
            <a:gdLst>
              <a:gd name="T0" fmla="*/ 1262 w 1299"/>
              <a:gd name="T1" fmla="*/ 0 h 124"/>
              <a:gd name="T2" fmla="*/ 36 w 1299"/>
              <a:gd name="T3" fmla="*/ 0 h 124"/>
              <a:gd name="T4" fmla="*/ 0 w 1299"/>
              <a:gd name="T5" fmla="*/ 37 h 124"/>
              <a:gd name="T6" fmla="*/ 0 w 1299"/>
              <a:gd name="T7" fmla="*/ 87 h 124"/>
              <a:gd name="T8" fmla="*/ 36 w 1299"/>
              <a:gd name="T9" fmla="*/ 124 h 124"/>
              <a:gd name="T10" fmla="*/ 1262 w 1299"/>
              <a:gd name="T11" fmla="*/ 124 h 124"/>
              <a:gd name="T12" fmla="*/ 1299 w 1299"/>
              <a:gd name="T13" fmla="*/ 87 h 124"/>
              <a:gd name="T14" fmla="*/ 1299 w 1299"/>
              <a:gd name="T15" fmla="*/ 37 h 124"/>
              <a:gd name="T16" fmla="*/ 1262 w 1299"/>
              <a:gd name="T17" fmla="*/ 0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9" h="124">
                <a:moveTo>
                  <a:pt x="1262" y="0"/>
                </a:moveTo>
                <a:cubicBezTo>
                  <a:pt x="36" y="0"/>
                  <a:pt x="36" y="0"/>
                  <a:pt x="36" y="0"/>
                </a:cubicBezTo>
                <a:cubicBezTo>
                  <a:pt x="16" y="0"/>
                  <a:pt x="0" y="17"/>
                  <a:pt x="0" y="37"/>
                </a:cubicBezTo>
                <a:cubicBezTo>
                  <a:pt x="0" y="87"/>
                  <a:pt x="0" y="87"/>
                  <a:pt x="0" y="87"/>
                </a:cubicBezTo>
                <a:cubicBezTo>
                  <a:pt x="0" y="107"/>
                  <a:pt x="16" y="124"/>
                  <a:pt x="36" y="124"/>
                </a:cubicBezTo>
                <a:cubicBezTo>
                  <a:pt x="1262" y="124"/>
                  <a:pt x="1262" y="124"/>
                  <a:pt x="1262" y="124"/>
                </a:cubicBezTo>
                <a:cubicBezTo>
                  <a:pt x="1283" y="124"/>
                  <a:pt x="1299" y="107"/>
                  <a:pt x="1299" y="87"/>
                </a:cubicBezTo>
                <a:cubicBezTo>
                  <a:pt x="1299" y="37"/>
                  <a:pt x="1299" y="37"/>
                  <a:pt x="1299" y="37"/>
                </a:cubicBezTo>
                <a:cubicBezTo>
                  <a:pt x="1299" y="17"/>
                  <a:pt x="1283" y="0"/>
                  <a:pt x="1262" y="0"/>
                </a:cubicBezTo>
                <a:close/>
              </a:path>
            </a:pathLst>
          </a:custGeom>
          <a:solidFill>
            <a:srgbClr val="8C623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Forma Livre 6">
            <a:extLst>
              <a:ext uri="{FF2B5EF4-FFF2-40B4-BE49-F238E27FC236}">
                <a16:creationId xmlns:a16="http://schemas.microsoft.com/office/drawing/2014/main" id="{8205CBF5-6133-4EC6-84F5-5232AE8BD010}"/>
              </a:ext>
            </a:extLst>
          </p:cNvPr>
          <p:cNvSpPr>
            <a:spLocks/>
          </p:cNvSpPr>
          <p:nvPr/>
        </p:nvSpPr>
        <p:spPr bwMode="auto">
          <a:xfrm>
            <a:off x="8908417" y="5202111"/>
            <a:ext cx="3019425" cy="173038"/>
          </a:xfrm>
          <a:custGeom>
            <a:avLst/>
            <a:gdLst>
              <a:gd name="T0" fmla="*/ 1262 w 1299"/>
              <a:gd name="T1" fmla="*/ 36 h 74"/>
              <a:gd name="T2" fmla="*/ 36 w 1299"/>
              <a:gd name="T3" fmla="*/ 36 h 74"/>
              <a:gd name="T4" fmla="*/ 0 w 1299"/>
              <a:gd name="T5" fmla="*/ 0 h 74"/>
              <a:gd name="T6" fmla="*/ 0 w 1299"/>
              <a:gd name="T7" fmla="*/ 37 h 74"/>
              <a:gd name="T8" fmla="*/ 36 w 1299"/>
              <a:gd name="T9" fmla="*/ 74 h 74"/>
              <a:gd name="T10" fmla="*/ 1262 w 1299"/>
              <a:gd name="T11" fmla="*/ 74 h 74"/>
              <a:gd name="T12" fmla="*/ 1299 w 1299"/>
              <a:gd name="T13" fmla="*/ 37 h 74"/>
              <a:gd name="T14" fmla="*/ 1299 w 1299"/>
              <a:gd name="T15" fmla="*/ 0 h 74"/>
              <a:gd name="T16" fmla="*/ 1262 w 1299"/>
              <a:gd name="T17" fmla="*/ 36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9" h="74">
                <a:moveTo>
                  <a:pt x="1262" y="36"/>
                </a:moveTo>
                <a:cubicBezTo>
                  <a:pt x="36" y="36"/>
                  <a:pt x="36" y="36"/>
                  <a:pt x="36" y="36"/>
                </a:cubicBezTo>
                <a:cubicBezTo>
                  <a:pt x="16" y="36"/>
                  <a:pt x="0" y="20"/>
                  <a:pt x="0" y="0"/>
                </a:cubicBezTo>
                <a:cubicBezTo>
                  <a:pt x="0" y="37"/>
                  <a:pt x="0" y="37"/>
                  <a:pt x="0" y="37"/>
                </a:cubicBezTo>
                <a:cubicBezTo>
                  <a:pt x="0" y="57"/>
                  <a:pt x="16" y="74"/>
                  <a:pt x="36" y="74"/>
                </a:cubicBezTo>
                <a:cubicBezTo>
                  <a:pt x="1262" y="74"/>
                  <a:pt x="1262" y="74"/>
                  <a:pt x="1262" y="74"/>
                </a:cubicBezTo>
                <a:cubicBezTo>
                  <a:pt x="1283" y="74"/>
                  <a:pt x="1299" y="57"/>
                  <a:pt x="1299" y="37"/>
                </a:cubicBezTo>
                <a:cubicBezTo>
                  <a:pt x="1299" y="0"/>
                  <a:pt x="1299" y="0"/>
                  <a:pt x="1299" y="0"/>
                </a:cubicBezTo>
                <a:cubicBezTo>
                  <a:pt x="1299" y="20"/>
                  <a:pt x="1283" y="36"/>
                  <a:pt x="1262" y="36"/>
                </a:cubicBezTo>
                <a:close/>
              </a:path>
            </a:pathLst>
          </a:custGeom>
          <a:solidFill>
            <a:srgbClr val="855C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parte superior com areia">
            <a:extLst>
              <a:ext uri="{FF2B5EF4-FFF2-40B4-BE49-F238E27FC236}">
                <a16:creationId xmlns:a16="http://schemas.microsoft.com/office/drawing/2014/main" id="{D7D66222-0728-43D9-86F7-094B141704BF}"/>
              </a:ext>
            </a:extLst>
          </p:cNvPr>
          <p:cNvSpPr>
            <a:spLocks/>
          </p:cNvSpPr>
          <p:nvPr/>
        </p:nvSpPr>
        <p:spPr bwMode="auto">
          <a:xfrm>
            <a:off x="9221154" y="1352424"/>
            <a:ext cx="2395538" cy="1495425"/>
          </a:xfrm>
          <a:custGeom>
            <a:avLst/>
            <a:gdLst>
              <a:gd name="T0" fmla="*/ 22 w 1031"/>
              <a:gd name="T1" fmla="*/ 4 h 644"/>
              <a:gd name="T2" fmla="*/ 1 w 1031"/>
              <a:gd name="T3" fmla="*/ 21 h 644"/>
              <a:gd name="T4" fmla="*/ 78 w 1031"/>
              <a:gd name="T5" fmla="*/ 295 h 644"/>
              <a:gd name="T6" fmla="*/ 259 w 1031"/>
              <a:gd name="T7" fmla="*/ 515 h 644"/>
              <a:gd name="T8" fmla="*/ 516 w 1031"/>
              <a:gd name="T9" fmla="*/ 644 h 644"/>
              <a:gd name="T10" fmla="*/ 769 w 1031"/>
              <a:gd name="T11" fmla="*/ 518 h 644"/>
              <a:gd name="T12" fmla="*/ 952 w 1031"/>
              <a:gd name="T13" fmla="*/ 297 h 644"/>
              <a:gd name="T14" fmla="*/ 1030 w 1031"/>
              <a:gd name="T15" fmla="*/ 21 h 644"/>
              <a:gd name="T16" fmla="*/ 1009 w 1031"/>
              <a:gd name="T17" fmla="*/ 4 h 644"/>
              <a:gd name="T18" fmla="*/ 661 w 1031"/>
              <a:gd name="T19" fmla="*/ 118 h 644"/>
              <a:gd name="T20" fmla="*/ 370 w 1031"/>
              <a:gd name="T21" fmla="*/ 118 h 644"/>
              <a:gd name="T22" fmla="*/ 22 w 1031"/>
              <a:gd name="T23" fmla="*/ 4 h 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31" h="644">
                <a:moveTo>
                  <a:pt x="22" y="4"/>
                </a:moveTo>
                <a:cubicBezTo>
                  <a:pt x="11" y="0"/>
                  <a:pt x="0" y="10"/>
                  <a:pt x="1" y="21"/>
                </a:cubicBezTo>
                <a:cubicBezTo>
                  <a:pt x="11" y="122"/>
                  <a:pt x="37" y="214"/>
                  <a:pt x="78" y="295"/>
                </a:cubicBezTo>
                <a:cubicBezTo>
                  <a:pt x="122" y="381"/>
                  <a:pt x="182" y="455"/>
                  <a:pt x="259" y="515"/>
                </a:cubicBezTo>
                <a:cubicBezTo>
                  <a:pt x="370" y="603"/>
                  <a:pt x="483" y="636"/>
                  <a:pt x="516" y="644"/>
                </a:cubicBezTo>
                <a:cubicBezTo>
                  <a:pt x="548" y="636"/>
                  <a:pt x="658" y="604"/>
                  <a:pt x="769" y="518"/>
                </a:cubicBezTo>
                <a:cubicBezTo>
                  <a:pt x="846" y="458"/>
                  <a:pt x="908" y="384"/>
                  <a:pt x="952" y="297"/>
                </a:cubicBezTo>
                <a:cubicBezTo>
                  <a:pt x="993" y="216"/>
                  <a:pt x="1019" y="123"/>
                  <a:pt x="1030" y="21"/>
                </a:cubicBezTo>
                <a:cubicBezTo>
                  <a:pt x="1031" y="10"/>
                  <a:pt x="1020" y="0"/>
                  <a:pt x="1009" y="4"/>
                </a:cubicBezTo>
                <a:cubicBezTo>
                  <a:pt x="661" y="118"/>
                  <a:pt x="661" y="118"/>
                  <a:pt x="661" y="118"/>
                </a:cubicBezTo>
                <a:cubicBezTo>
                  <a:pt x="566" y="149"/>
                  <a:pt x="465" y="149"/>
                  <a:pt x="370" y="118"/>
                </a:cubicBezTo>
                <a:lnTo>
                  <a:pt x="22" y="4"/>
                </a:lnTo>
                <a:close/>
              </a:path>
            </a:pathLst>
          </a:custGeom>
          <a:solidFill>
            <a:srgbClr val="EDCD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parte inferior com areia">
            <a:extLst>
              <a:ext uri="{FF2B5EF4-FFF2-40B4-BE49-F238E27FC236}">
                <a16:creationId xmlns:a16="http://schemas.microsoft.com/office/drawing/2014/main" id="{A07E7D1A-E9F6-4E74-B2CE-27E3A98CB081}"/>
              </a:ext>
            </a:extLst>
          </p:cNvPr>
          <p:cNvSpPr>
            <a:spLocks/>
          </p:cNvSpPr>
          <p:nvPr/>
        </p:nvSpPr>
        <p:spPr bwMode="auto">
          <a:xfrm>
            <a:off x="9208454" y="4027361"/>
            <a:ext cx="2417763" cy="1058863"/>
          </a:xfrm>
          <a:custGeom>
            <a:avLst/>
            <a:gdLst>
              <a:gd name="T0" fmla="*/ 0 w 1523"/>
              <a:gd name="T1" fmla="*/ 667 h 667"/>
              <a:gd name="T2" fmla="*/ 763 w 1523"/>
              <a:gd name="T3" fmla="*/ 0 h 667"/>
              <a:gd name="T4" fmla="*/ 1523 w 1523"/>
              <a:gd name="T5" fmla="*/ 667 h 667"/>
              <a:gd name="T6" fmla="*/ 0 w 1523"/>
              <a:gd name="T7" fmla="*/ 667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23" h="667">
                <a:moveTo>
                  <a:pt x="0" y="667"/>
                </a:moveTo>
                <a:lnTo>
                  <a:pt x="763" y="0"/>
                </a:lnTo>
                <a:lnTo>
                  <a:pt x="1523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EDCD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conector reto">
            <a:extLst>
              <a:ext uri="{FF2B5EF4-FFF2-40B4-BE49-F238E27FC236}">
                <a16:creationId xmlns:a16="http://schemas.microsoft.com/office/drawing/2014/main" id="{A299300E-DD02-4B7D-94BF-D31420BE8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5267" y="2824830"/>
            <a:ext cx="87313" cy="2259807"/>
          </a:xfrm>
          <a:prstGeom prst="rect">
            <a:avLst/>
          </a:prstGeom>
          <a:solidFill>
            <a:srgbClr val="EDCD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8398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" dur="60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59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60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0000"/>
                            </p:stCondLst>
                            <p:childTnLst>
                              <p:par>
                                <p:cTn id="15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0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2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7"/>
          <p:cNvSpPr>
            <a:spLocks noGrp="1"/>
          </p:cNvSpPr>
          <p:nvPr>
            <p:ph type="body" sz="quarter" idx="13"/>
          </p:nvPr>
        </p:nvSpPr>
        <p:spPr>
          <a:xfrm>
            <a:off x="1654838" y="2679359"/>
            <a:ext cx="10075862" cy="915739"/>
          </a:xfrm>
        </p:spPr>
        <p:txBody>
          <a:bodyPr rtlCol="0"/>
          <a:lstStyle/>
          <a:p>
            <a:pPr algn="ctr"/>
            <a:r>
              <a:rPr lang="pt-BR" sz="3600" dirty="0"/>
              <a:t>Resposta: As mudanças são bem-vindas e priorizadas para a próxima iteração.</a:t>
            </a:r>
            <a:endParaRPr lang="en-US" sz="3600" dirty="0"/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pt-BR"/>
              <a:t>20</a:t>
            </a:r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Ágil 200</a:t>
            </a:r>
          </a:p>
        </p:txBody>
      </p:sp>
    </p:spTree>
    <p:extLst>
      <p:ext uri="{BB962C8B-B14F-4D97-AF65-F5344CB8AC3E}">
        <p14:creationId xmlns:p14="http://schemas.microsoft.com/office/powerpoint/2010/main" val="2906751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7"/>
          <p:cNvSpPr>
            <a:spLocks noGrp="1"/>
          </p:cNvSpPr>
          <p:nvPr>
            <p:ph type="body" sz="quarter" idx="13"/>
          </p:nvPr>
        </p:nvSpPr>
        <p:spPr>
          <a:xfrm>
            <a:off x="1975029" y="1882594"/>
            <a:ext cx="7512183" cy="2001892"/>
          </a:xfrm>
        </p:spPr>
        <p:txBody>
          <a:bodyPr rtlCol="0"/>
          <a:lstStyle/>
          <a:p>
            <a:r>
              <a:rPr lang="pt-BR" sz="3600" dirty="0"/>
              <a:t>Qual a principal vantagem da entrega incremental?</a:t>
            </a:r>
          </a:p>
          <a:p>
            <a:pPr rtl="0"/>
            <a:endParaRPr lang="en-US" sz="2400" dirty="0"/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pt-BR"/>
              <a:t>30</a:t>
            </a:r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Ágil 300</a:t>
            </a:r>
          </a:p>
        </p:txBody>
      </p:sp>
      <p:grpSp>
        <p:nvGrpSpPr>
          <p:cNvPr id="5" name="botão: iniciar temporizador">
            <a:extLst>
              <a:ext uri="{FF2B5EF4-FFF2-40B4-BE49-F238E27FC236}">
                <a16:creationId xmlns:a16="http://schemas.microsoft.com/office/drawing/2014/main" id="{20FFF8FE-A38C-48D0-B786-B5F01C8BD35C}"/>
              </a:ext>
            </a:extLst>
          </p:cNvPr>
          <p:cNvGrpSpPr/>
          <p:nvPr/>
        </p:nvGrpSpPr>
        <p:grpSpPr>
          <a:xfrm>
            <a:off x="5417504" y="4605167"/>
            <a:ext cx="2636838" cy="799962"/>
            <a:chOff x="1332706" y="185859"/>
            <a:chExt cx="2636838" cy="799962"/>
          </a:xfrm>
        </p:grpSpPr>
        <p:sp>
          <p:nvSpPr>
            <p:cNvPr id="6" name="Retângulo arredondado 12">
              <a:extLst>
                <a:ext uri="{FF2B5EF4-FFF2-40B4-BE49-F238E27FC236}">
                  <a16:creationId xmlns:a16="http://schemas.microsoft.com/office/drawing/2014/main" id="{A003C433-2936-46FC-BAD9-15F30E0B48C3}"/>
                </a:ext>
              </a:extLst>
            </p:cNvPr>
            <p:cNvSpPr/>
            <p:nvPr/>
          </p:nvSpPr>
          <p:spPr>
            <a:xfrm>
              <a:off x="1332706" y="288262"/>
              <a:ext cx="2636838" cy="69755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" name="Retângulo arredondado 13">
              <a:extLst>
                <a:ext uri="{FF2B5EF4-FFF2-40B4-BE49-F238E27FC236}">
                  <a16:creationId xmlns:a16="http://schemas.microsoft.com/office/drawing/2014/main" id="{A53B2BC0-B6DD-4CFF-AADF-388B2F9E19F7}"/>
                </a:ext>
              </a:extLst>
            </p:cNvPr>
            <p:cNvSpPr/>
            <p:nvPr/>
          </p:nvSpPr>
          <p:spPr>
            <a:xfrm>
              <a:off x="1332706" y="185859"/>
              <a:ext cx="2636838" cy="69755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INICIAR TEMPORIZADOR</a:t>
              </a:r>
            </a:p>
          </p:txBody>
        </p:sp>
      </p:grpSp>
      <p:grpSp>
        <p:nvGrpSpPr>
          <p:cNvPr id="9" name="o tempo acabou">
            <a:extLst>
              <a:ext uri="{FF2B5EF4-FFF2-40B4-BE49-F238E27FC236}">
                <a16:creationId xmlns:a16="http://schemas.microsoft.com/office/drawing/2014/main" id="{33446DE8-DE6D-4D04-9007-3EC5812D7743}"/>
              </a:ext>
            </a:extLst>
          </p:cNvPr>
          <p:cNvGrpSpPr/>
          <p:nvPr/>
        </p:nvGrpSpPr>
        <p:grpSpPr>
          <a:xfrm>
            <a:off x="5417504" y="4605167"/>
            <a:ext cx="2636838" cy="799962"/>
            <a:chOff x="4321176" y="185859"/>
            <a:chExt cx="2636838" cy="799962"/>
          </a:xfrm>
        </p:grpSpPr>
        <p:sp>
          <p:nvSpPr>
            <p:cNvPr id="10" name="Retângulo arredondado 15">
              <a:extLst>
                <a:ext uri="{FF2B5EF4-FFF2-40B4-BE49-F238E27FC236}">
                  <a16:creationId xmlns:a16="http://schemas.microsoft.com/office/drawing/2014/main" id="{E5209110-A12F-4A79-AC42-4810A9F2D54F}"/>
                </a:ext>
              </a:extLst>
            </p:cNvPr>
            <p:cNvSpPr/>
            <p:nvPr/>
          </p:nvSpPr>
          <p:spPr>
            <a:xfrm>
              <a:off x="4321176" y="288262"/>
              <a:ext cx="2636838" cy="69755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" name="Retângulo arredondado 16">
              <a:extLst>
                <a:ext uri="{FF2B5EF4-FFF2-40B4-BE49-F238E27FC236}">
                  <a16:creationId xmlns:a16="http://schemas.microsoft.com/office/drawing/2014/main" id="{49C6C15E-7A2F-42A3-991E-F119E8DEAFA0}"/>
                </a:ext>
              </a:extLst>
            </p:cNvPr>
            <p:cNvSpPr/>
            <p:nvPr/>
          </p:nvSpPr>
          <p:spPr>
            <a:xfrm>
              <a:off x="4321176" y="185859"/>
              <a:ext cx="2636838" cy="69755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 TEMPO ACABOU!</a:t>
              </a:r>
            </a:p>
          </p:txBody>
        </p:sp>
      </p:grpSp>
      <p:sp>
        <p:nvSpPr>
          <p:cNvPr id="12" name="AutoForma 3">
            <a:extLst>
              <a:ext uri="{FF2B5EF4-FFF2-40B4-BE49-F238E27FC236}">
                <a16:creationId xmlns:a16="http://schemas.microsoft.com/office/drawing/2014/main" id="{6E42F625-E7F5-4558-916E-BB0C73D26CF8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8906829" y="417386"/>
            <a:ext cx="3019425" cy="495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orma Livre 3">
            <a:extLst>
              <a:ext uri="{FF2B5EF4-FFF2-40B4-BE49-F238E27FC236}">
                <a16:creationId xmlns:a16="http://schemas.microsoft.com/office/drawing/2014/main" id="{88737946-7B29-4E41-BEE5-492C464D3278}"/>
              </a:ext>
            </a:extLst>
          </p:cNvPr>
          <p:cNvSpPr>
            <a:spLocks/>
          </p:cNvSpPr>
          <p:nvPr/>
        </p:nvSpPr>
        <p:spPr bwMode="auto">
          <a:xfrm>
            <a:off x="9103679" y="704724"/>
            <a:ext cx="2628900" cy="4381500"/>
          </a:xfrm>
          <a:custGeom>
            <a:avLst/>
            <a:gdLst>
              <a:gd name="T0" fmla="*/ 1131 w 1131"/>
              <a:gd name="T1" fmla="*/ 0 h 1887"/>
              <a:gd name="T2" fmla="*/ 0 w 1131"/>
              <a:gd name="T3" fmla="*/ 0 h 1887"/>
              <a:gd name="T4" fmla="*/ 0 w 1131"/>
              <a:gd name="T5" fmla="*/ 194 h 1887"/>
              <a:gd name="T6" fmla="*/ 460 w 1131"/>
              <a:gd name="T7" fmla="*/ 934 h 1887"/>
              <a:gd name="T8" fmla="*/ 460 w 1131"/>
              <a:gd name="T9" fmla="*/ 954 h 1887"/>
              <a:gd name="T10" fmla="*/ 0 w 1131"/>
              <a:gd name="T11" fmla="*/ 1694 h 1887"/>
              <a:gd name="T12" fmla="*/ 0 w 1131"/>
              <a:gd name="T13" fmla="*/ 1887 h 1887"/>
              <a:gd name="T14" fmla="*/ 1131 w 1131"/>
              <a:gd name="T15" fmla="*/ 1887 h 1887"/>
              <a:gd name="T16" fmla="*/ 1131 w 1131"/>
              <a:gd name="T17" fmla="*/ 1694 h 1887"/>
              <a:gd name="T18" fmla="*/ 671 w 1131"/>
              <a:gd name="T19" fmla="*/ 954 h 1887"/>
              <a:gd name="T20" fmla="*/ 671 w 1131"/>
              <a:gd name="T21" fmla="*/ 934 h 1887"/>
              <a:gd name="T22" fmla="*/ 1131 w 1131"/>
              <a:gd name="T23" fmla="*/ 194 h 1887"/>
              <a:gd name="T24" fmla="*/ 1131 w 1131"/>
              <a:gd name="T25" fmla="*/ 0 h 18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31" h="1887">
                <a:moveTo>
                  <a:pt x="11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94"/>
                  <a:pt x="0" y="194"/>
                  <a:pt x="0" y="194"/>
                </a:cubicBezTo>
                <a:cubicBezTo>
                  <a:pt x="0" y="675"/>
                  <a:pt x="297" y="865"/>
                  <a:pt x="460" y="934"/>
                </a:cubicBezTo>
                <a:cubicBezTo>
                  <a:pt x="469" y="937"/>
                  <a:pt x="469" y="950"/>
                  <a:pt x="460" y="954"/>
                </a:cubicBezTo>
                <a:cubicBezTo>
                  <a:pt x="297" y="1022"/>
                  <a:pt x="0" y="1212"/>
                  <a:pt x="0" y="1694"/>
                </a:cubicBezTo>
                <a:cubicBezTo>
                  <a:pt x="0" y="1887"/>
                  <a:pt x="0" y="1887"/>
                  <a:pt x="0" y="1887"/>
                </a:cubicBezTo>
                <a:cubicBezTo>
                  <a:pt x="1131" y="1887"/>
                  <a:pt x="1131" y="1887"/>
                  <a:pt x="1131" y="1887"/>
                </a:cubicBezTo>
                <a:cubicBezTo>
                  <a:pt x="1131" y="1694"/>
                  <a:pt x="1131" y="1694"/>
                  <a:pt x="1131" y="1694"/>
                </a:cubicBezTo>
                <a:cubicBezTo>
                  <a:pt x="1131" y="1212"/>
                  <a:pt x="834" y="1022"/>
                  <a:pt x="671" y="954"/>
                </a:cubicBezTo>
                <a:cubicBezTo>
                  <a:pt x="661" y="950"/>
                  <a:pt x="661" y="937"/>
                  <a:pt x="671" y="934"/>
                </a:cubicBezTo>
                <a:cubicBezTo>
                  <a:pt x="834" y="865"/>
                  <a:pt x="1131" y="675"/>
                  <a:pt x="1131" y="194"/>
                </a:cubicBezTo>
                <a:cubicBezTo>
                  <a:pt x="1131" y="0"/>
                  <a:pt x="1131" y="0"/>
                  <a:pt x="1131" y="0"/>
                </a:cubicBezTo>
              </a:path>
            </a:pathLst>
          </a:custGeom>
          <a:solidFill>
            <a:srgbClr val="F5F5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orma Livre 4">
            <a:extLst>
              <a:ext uri="{FF2B5EF4-FFF2-40B4-BE49-F238E27FC236}">
                <a16:creationId xmlns:a16="http://schemas.microsoft.com/office/drawing/2014/main" id="{40625A4E-463A-4355-A122-D6A22C34A9BA}"/>
              </a:ext>
            </a:extLst>
          </p:cNvPr>
          <p:cNvSpPr>
            <a:spLocks/>
          </p:cNvSpPr>
          <p:nvPr/>
        </p:nvSpPr>
        <p:spPr bwMode="auto">
          <a:xfrm>
            <a:off x="8908417" y="418974"/>
            <a:ext cx="3019425" cy="285750"/>
          </a:xfrm>
          <a:custGeom>
            <a:avLst/>
            <a:gdLst>
              <a:gd name="T0" fmla="*/ 1262 w 1299"/>
              <a:gd name="T1" fmla="*/ 0 h 123"/>
              <a:gd name="T2" fmla="*/ 36 w 1299"/>
              <a:gd name="T3" fmla="*/ 0 h 123"/>
              <a:gd name="T4" fmla="*/ 0 w 1299"/>
              <a:gd name="T5" fmla="*/ 36 h 123"/>
              <a:gd name="T6" fmla="*/ 0 w 1299"/>
              <a:gd name="T7" fmla="*/ 86 h 123"/>
              <a:gd name="T8" fmla="*/ 36 w 1299"/>
              <a:gd name="T9" fmla="*/ 123 h 123"/>
              <a:gd name="T10" fmla="*/ 1262 w 1299"/>
              <a:gd name="T11" fmla="*/ 123 h 123"/>
              <a:gd name="T12" fmla="*/ 1299 w 1299"/>
              <a:gd name="T13" fmla="*/ 86 h 123"/>
              <a:gd name="T14" fmla="*/ 1299 w 1299"/>
              <a:gd name="T15" fmla="*/ 36 h 123"/>
              <a:gd name="T16" fmla="*/ 1262 w 1299"/>
              <a:gd name="T17" fmla="*/ 0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9" h="123">
                <a:moveTo>
                  <a:pt x="1262" y="0"/>
                </a:moveTo>
                <a:cubicBezTo>
                  <a:pt x="36" y="0"/>
                  <a:pt x="36" y="0"/>
                  <a:pt x="36" y="0"/>
                </a:cubicBezTo>
                <a:cubicBezTo>
                  <a:pt x="16" y="0"/>
                  <a:pt x="0" y="16"/>
                  <a:pt x="0" y="36"/>
                </a:cubicBezTo>
                <a:cubicBezTo>
                  <a:pt x="0" y="86"/>
                  <a:pt x="0" y="86"/>
                  <a:pt x="0" y="86"/>
                </a:cubicBezTo>
                <a:cubicBezTo>
                  <a:pt x="0" y="107"/>
                  <a:pt x="16" y="123"/>
                  <a:pt x="36" y="123"/>
                </a:cubicBezTo>
                <a:cubicBezTo>
                  <a:pt x="1262" y="123"/>
                  <a:pt x="1262" y="123"/>
                  <a:pt x="1262" y="123"/>
                </a:cubicBezTo>
                <a:cubicBezTo>
                  <a:pt x="1283" y="123"/>
                  <a:pt x="1299" y="107"/>
                  <a:pt x="1299" y="86"/>
                </a:cubicBezTo>
                <a:cubicBezTo>
                  <a:pt x="1299" y="36"/>
                  <a:pt x="1299" y="36"/>
                  <a:pt x="1299" y="36"/>
                </a:cubicBezTo>
                <a:cubicBezTo>
                  <a:pt x="1299" y="16"/>
                  <a:pt x="1283" y="0"/>
                  <a:pt x="1262" y="0"/>
                </a:cubicBezTo>
                <a:close/>
              </a:path>
            </a:pathLst>
          </a:custGeom>
          <a:solidFill>
            <a:srgbClr val="8C623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Forma livre 5">
            <a:extLst>
              <a:ext uri="{FF2B5EF4-FFF2-40B4-BE49-F238E27FC236}">
                <a16:creationId xmlns:a16="http://schemas.microsoft.com/office/drawing/2014/main" id="{36176FEE-3C50-4E6F-A820-CD1080E5E225}"/>
              </a:ext>
            </a:extLst>
          </p:cNvPr>
          <p:cNvSpPr>
            <a:spLocks/>
          </p:cNvSpPr>
          <p:nvPr/>
        </p:nvSpPr>
        <p:spPr bwMode="auto">
          <a:xfrm>
            <a:off x="8908417" y="5086224"/>
            <a:ext cx="3019425" cy="288925"/>
          </a:xfrm>
          <a:custGeom>
            <a:avLst/>
            <a:gdLst>
              <a:gd name="T0" fmla="*/ 1262 w 1299"/>
              <a:gd name="T1" fmla="*/ 0 h 124"/>
              <a:gd name="T2" fmla="*/ 36 w 1299"/>
              <a:gd name="T3" fmla="*/ 0 h 124"/>
              <a:gd name="T4" fmla="*/ 0 w 1299"/>
              <a:gd name="T5" fmla="*/ 37 h 124"/>
              <a:gd name="T6" fmla="*/ 0 w 1299"/>
              <a:gd name="T7" fmla="*/ 87 h 124"/>
              <a:gd name="T8" fmla="*/ 36 w 1299"/>
              <a:gd name="T9" fmla="*/ 124 h 124"/>
              <a:gd name="T10" fmla="*/ 1262 w 1299"/>
              <a:gd name="T11" fmla="*/ 124 h 124"/>
              <a:gd name="T12" fmla="*/ 1299 w 1299"/>
              <a:gd name="T13" fmla="*/ 87 h 124"/>
              <a:gd name="T14" fmla="*/ 1299 w 1299"/>
              <a:gd name="T15" fmla="*/ 37 h 124"/>
              <a:gd name="T16" fmla="*/ 1262 w 1299"/>
              <a:gd name="T17" fmla="*/ 0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9" h="124">
                <a:moveTo>
                  <a:pt x="1262" y="0"/>
                </a:moveTo>
                <a:cubicBezTo>
                  <a:pt x="36" y="0"/>
                  <a:pt x="36" y="0"/>
                  <a:pt x="36" y="0"/>
                </a:cubicBezTo>
                <a:cubicBezTo>
                  <a:pt x="16" y="0"/>
                  <a:pt x="0" y="17"/>
                  <a:pt x="0" y="37"/>
                </a:cubicBezTo>
                <a:cubicBezTo>
                  <a:pt x="0" y="87"/>
                  <a:pt x="0" y="87"/>
                  <a:pt x="0" y="87"/>
                </a:cubicBezTo>
                <a:cubicBezTo>
                  <a:pt x="0" y="107"/>
                  <a:pt x="16" y="124"/>
                  <a:pt x="36" y="124"/>
                </a:cubicBezTo>
                <a:cubicBezTo>
                  <a:pt x="1262" y="124"/>
                  <a:pt x="1262" y="124"/>
                  <a:pt x="1262" y="124"/>
                </a:cubicBezTo>
                <a:cubicBezTo>
                  <a:pt x="1283" y="124"/>
                  <a:pt x="1299" y="107"/>
                  <a:pt x="1299" y="87"/>
                </a:cubicBezTo>
                <a:cubicBezTo>
                  <a:pt x="1299" y="37"/>
                  <a:pt x="1299" y="37"/>
                  <a:pt x="1299" y="37"/>
                </a:cubicBezTo>
                <a:cubicBezTo>
                  <a:pt x="1299" y="17"/>
                  <a:pt x="1283" y="0"/>
                  <a:pt x="1262" y="0"/>
                </a:cubicBezTo>
                <a:close/>
              </a:path>
            </a:pathLst>
          </a:custGeom>
          <a:solidFill>
            <a:srgbClr val="8C623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orma Livre 6">
            <a:extLst>
              <a:ext uri="{FF2B5EF4-FFF2-40B4-BE49-F238E27FC236}">
                <a16:creationId xmlns:a16="http://schemas.microsoft.com/office/drawing/2014/main" id="{1FFA3D26-6E6C-4CBF-86AA-CEE1D1A76A6E}"/>
              </a:ext>
            </a:extLst>
          </p:cNvPr>
          <p:cNvSpPr>
            <a:spLocks/>
          </p:cNvSpPr>
          <p:nvPr/>
        </p:nvSpPr>
        <p:spPr bwMode="auto">
          <a:xfrm>
            <a:off x="8908417" y="5202111"/>
            <a:ext cx="3019425" cy="173038"/>
          </a:xfrm>
          <a:custGeom>
            <a:avLst/>
            <a:gdLst>
              <a:gd name="T0" fmla="*/ 1262 w 1299"/>
              <a:gd name="T1" fmla="*/ 36 h 74"/>
              <a:gd name="T2" fmla="*/ 36 w 1299"/>
              <a:gd name="T3" fmla="*/ 36 h 74"/>
              <a:gd name="T4" fmla="*/ 0 w 1299"/>
              <a:gd name="T5" fmla="*/ 0 h 74"/>
              <a:gd name="T6" fmla="*/ 0 w 1299"/>
              <a:gd name="T7" fmla="*/ 37 h 74"/>
              <a:gd name="T8" fmla="*/ 36 w 1299"/>
              <a:gd name="T9" fmla="*/ 74 h 74"/>
              <a:gd name="T10" fmla="*/ 1262 w 1299"/>
              <a:gd name="T11" fmla="*/ 74 h 74"/>
              <a:gd name="T12" fmla="*/ 1299 w 1299"/>
              <a:gd name="T13" fmla="*/ 37 h 74"/>
              <a:gd name="T14" fmla="*/ 1299 w 1299"/>
              <a:gd name="T15" fmla="*/ 0 h 74"/>
              <a:gd name="T16" fmla="*/ 1262 w 1299"/>
              <a:gd name="T17" fmla="*/ 36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9" h="74">
                <a:moveTo>
                  <a:pt x="1262" y="36"/>
                </a:moveTo>
                <a:cubicBezTo>
                  <a:pt x="36" y="36"/>
                  <a:pt x="36" y="36"/>
                  <a:pt x="36" y="36"/>
                </a:cubicBezTo>
                <a:cubicBezTo>
                  <a:pt x="16" y="36"/>
                  <a:pt x="0" y="20"/>
                  <a:pt x="0" y="0"/>
                </a:cubicBezTo>
                <a:cubicBezTo>
                  <a:pt x="0" y="37"/>
                  <a:pt x="0" y="37"/>
                  <a:pt x="0" y="37"/>
                </a:cubicBezTo>
                <a:cubicBezTo>
                  <a:pt x="0" y="57"/>
                  <a:pt x="16" y="74"/>
                  <a:pt x="36" y="74"/>
                </a:cubicBezTo>
                <a:cubicBezTo>
                  <a:pt x="1262" y="74"/>
                  <a:pt x="1262" y="74"/>
                  <a:pt x="1262" y="74"/>
                </a:cubicBezTo>
                <a:cubicBezTo>
                  <a:pt x="1283" y="74"/>
                  <a:pt x="1299" y="57"/>
                  <a:pt x="1299" y="37"/>
                </a:cubicBezTo>
                <a:cubicBezTo>
                  <a:pt x="1299" y="0"/>
                  <a:pt x="1299" y="0"/>
                  <a:pt x="1299" y="0"/>
                </a:cubicBezTo>
                <a:cubicBezTo>
                  <a:pt x="1299" y="20"/>
                  <a:pt x="1283" y="36"/>
                  <a:pt x="1262" y="36"/>
                </a:cubicBezTo>
                <a:close/>
              </a:path>
            </a:pathLst>
          </a:custGeom>
          <a:solidFill>
            <a:srgbClr val="855C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parte superior com areia">
            <a:extLst>
              <a:ext uri="{FF2B5EF4-FFF2-40B4-BE49-F238E27FC236}">
                <a16:creationId xmlns:a16="http://schemas.microsoft.com/office/drawing/2014/main" id="{FD03913B-F8DF-4CAB-870F-0CD35B4AA83F}"/>
              </a:ext>
            </a:extLst>
          </p:cNvPr>
          <p:cNvSpPr>
            <a:spLocks/>
          </p:cNvSpPr>
          <p:nvPr/>
        </p:nvSpPr>
        <p:spPr bwMode="auto">
          <a:xfrm>
            <a:off x="9221154" y="1352424"/>
            <a:ext cx="2395538" cy="1495425"/>
          </a:xfrm>
          <a:custGeom>
            <a:avLst/>
            <a:gdLst>
              <a:gd name="T0" fmla="*/ 22 w 1031"/>
              <a:gd name="T1" fmla="*/ 4 h 644"/>
              <a:gd name="T2" fmla="*/ 1 w 1031"/>
              <a:gd name="T3" fmla="*/ 21 h 644"/>
              <a:gd name="T4" fmla="*/ 78 w 1031"/>
              <a:gd name="T5" fmla="*/ 295 h 644"/>
              <a:gd name="T6" fmla="*/ 259 w 1031"/>
              <a:gd name="T7" fmla="*/ 515 h 644"/>
              <a:gd name="T8" fmla="*/ 516 w 1031"/>
              <a:gd name="T9" fmla="*/ 644 h 644"/>
              <a:gd name="T10" fmla="*/ 769 w 1031"/>
              <a:gd name="T11" fmla="*/ 518 h 644"/>
              <a:gd name="T12" fmla="*/ 952 w 1031"/>
              <a:gd name="T13" fmla="*/ 297 h 644"/>
              <a:gd name="T14" fmla="*/ 1030 w 1031"/>
              <a:gd name="T15" fmla="*/ 21 h 644"/>
              <a:gd name="T16" fmla="*/ 1009 w 1031"/>
              <a:gd name="T17" fmla="*/ 4 h 644"/>
              <a:gd name="T18" fmla="*/ 661 w 1031"/>
              <a:gd name="T19" fmla="*/ 118 h 644"/>
              <a:gd name="T20" fmla="*/ 370 w 1031"/>
              <a:gd name="T21" fmla="*/ 118 h 644"/>
              <a:gd name="T22" fmla="*/ 22 w 1031"/>
              <a:gd name="T23" fmla="*/ 4 h 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31" h="644">
                <a:moveTo>
                  <a:pt x="22" y="4"/>
                </a:moveTo>
                <a:cubicBezTo>
                  <a:pt x="11" y="0"/>
                  <a:pt x="0" y="10"/>
                  <a:pt x="1" y="21"/>
                </a:cubicBezTo>
                <a:cubicBezTo>
                  <a:pt x="11" y="122"/>
                  <a:pt x="37" y="214"/>
                  <a:pt x="78" y="295"/>
                </a:cubicBezTo>
                <a:cubicBezTo>
                  <a:pt x="122" y="381"/>
                  <a:pt x="182" y="455"/>
                  <a:pt x="259" y="515"/>
                </a:cubicBezTo>
                <a:cubicBezTo>
                  <a:pt x="370" y="603"/>
                  <a:pt x="483" y="636"/>
                  <a:pt x="516" y="644"/>
                </a:cubicBezTo>
                <a:cubicBezTo>
                  <a:pt x="548" y="636"/>
                  <a:pt x="658" y="604"/>
                  <a:pt x="769" y="518"/>
                </a:cubicBezTo>
                <a:cubicBezTo>
                  <a:pt x="846" y="458"/>
                  <a:pt x="908" y="384"/>
                  <a:pt x="952" y="297"/>
                </a:cubicBezTo>
                <a:cubicBezTo>
                  <a:pt x="993" y="216"/>
                  <a:pt x="1019" y="123"/>
                  <a:pt x="1030" y="21"/>
                </a:cubicBezTo>
                <a:cubicBezTo>
                  <a:pt x="1031" y="10"/>
                  <a:pt x="1020" y="0"/>
                  <a:pt x="1009" y="4"/>
                </a:cubicBezTo>
                <a:cubicBezTo>
                  <a:pt x="661" y="118"/>
                  <a:pt x="661" y="118"/>
                  <a:pt x="661" y="118"/>
                </a:cubicBezTo>
                <a:cubicBezTo>
                  <a:pt x="566" y="149"/>
                  <a:pt x="465" y="149"/>
                  <a:pt x="370" y="118"/>
                </a:cubicBezTo>
                <a:lnTo>
                  <a:pt x="22" y="4"/>
                </a:lnTo>
                <a:close/>
              </a:path>
            </a:pathLst>
          </a:custGeom>
          <a:solidFill>
            <a:srgbClr val="EDCD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parte inferior com areia">
            <a:extLst>
              <a:ext uri="{FF2B5EF4-FFF2-40B4-BE49-F238E27FC236}">
                <a16:creationId xmlns:a16="http://schemas.microsoft.com/office/drawing/2014/main" id="{B1CE74DA-6D0B-434C-BE82-1922A9F281E1}"/>
              </a:ext>
            </a:extLst>
          </p:cNvPr>
          <p:cNvSpPr>
            <a:spLocks/>
          </p:cNvSpPr>
          <p:nvPr/>
        </p:nvSpPr>
        <p:spPr bwMode="auto">
          <a:xfrm>
            <a:off x="9208454" y="4027361"/>
            <a:ext cx="2417763" cy="1058863"/>
          </a:xfrm>
          <a:custGeom>
            <a:avLst/>
            <a:gdLst>
              <a:gd name="T0" fmla="*/ 0 w 1523"/>
              <a:gd name="T1" fmla="*/ 667 h 667"/>
              <a:gd name="T2" fmla="*/ 763 w 1523"/>
              <a:gd name="T3" fmla="*/ 0 h 667"/>
              <a:gd name="T4" fmla="*/ 1523 w 1523"/>
              <a:gd name="T5" fmla="*/ 667 h 667"/>
              <a:gd name="T6" fmla="*/ 0 w 1523"/>
              <a:gd name="T7" fmla="*/ 667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23" h="667">
                <a:moveTo>
                  <a:pt x="0" y="667"/>
                </a:moveTo>
                <a:lnTo>
                  <a:pt x="763" y="0"/>
                </a:lnTo>
                <a:lnTo>
                  <a:pt x="1523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EDCD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conector reto">
            <a:extLst>
              <a:ext uri="{FF2B5EF4-FFF2-40B4-BE49-F238E27FC236}">
                <a16:creationId xmlns:a16="http://schemas.microsoft.com/office/drawing/2014/main" id="{F52D18EA-2E1F-4993-BF15-B8E59B243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5267" y="2824830"/>
            <a:ext cx="87313" cy="2259807"/>
          </a:xfrm>
          <a:prstGeom prst="rect">
            <a:avLst/>
          </a:prstGeom>
          <a:solidFill>
            <a:srgbClr val="EDCD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0928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" dur="60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59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6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0000"/>
                            </p:stCondLst>
                            <p:childTnLst>
                              <p:par>
                                <p:cTn id="15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0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  <p:bldP spid="20" grpId="0" animBg="1"/>
      <p:bldP spid="20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7"/>
          <p:cNvSpPr>
            <a:spLocks noGrp="1"/>
          </p:cNvSpPr>
          <p:nvPr>
            <p:ph type="body" sz="quarter" idx="13"/>
          </p:nvPr>
        </p:nvSpPr>
        <p:spPr>
          <a:xfrm>
            <a:off x="3187320" y="2176831"/>
            <a:ext cx="6941418" cy="947729"/>
          </a:xfrm>
        </p:spPr>
        <p:txBody>
          <a:bodyPr rtlCol="0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3600" dirty="0"/>
              <a:t>Resposta: Permitir que o cliente obtenha pequenas entregas e dê feedback precocemente.</a:t>
            </a: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pt-BR"/>
              <a:t>30</a:t>
            </a:r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Ágil 300</a:t>
            </a:r>
          </a:p>
        </p:txBody>
      </p:sp>
    </p:spTree>
    <p:extLst>
      <p:ext uri="{BB962C8B-B14F-4D97-AF65-F5344CB8AC3E}">
        <p14:creationId xmlns:p14="http://schemas.microsoft.com/office/powerpoint/2010/main" val="1700617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7"/>
          <p:cNvSpPr>
            <a:spLocks noGrp="1"/>
          </p:cNvSpPr>
          <p:nvPr>
            <p:ph type="body" sz="quarter" idx="13"/>
          </p:nvPr>
        </p:nvSpPr>
        <p:spPr>
          <a:xfrm>
            <a:off x="1841679" y="1427108"/>
            <a:ext cx="6882596" cy="2001892"/>
          </a:xfrm>
        </p:spPr>
        <p:txBody>
          <a:bodyPr rtlCol="0"/>
          <a:lstStyle/>
          <a:p>
            <a:r>
              <a:rPr lang="pt-BR" sz="3600" dirty="0"/>
              <a:t>Qual a frequência de entrega no Ágil?</a:t>
            </a:r>
            <a:endParaRPr lang="en-US" sz="3600" dirty="0"/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pt-BR"/>
              <a:t>40</a:t>
            </a:r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Ágil 600</a:t>
            </a:r>
          </a:p>
        </p:txBody>
      </p:sp>
      <p:grpSp>
        <p:nvGrpSpPr>
          <p:cNvPr id="5" name="botão: iniciar temporizador">
            <a:extLst>
              <a:ext uri="{FF2B5EF4-FFF2-40B4-BE49-F238E27FC236}">
                <a16:creationId xmlns:a16="http://schemas.microsoft.com/office/drawing/2014/main" id="{F62C3EF9-6E59-47F3-80B0-3615EC9D34C7}"/>
              </a:ext>
            </a:extLst>
          </p:cNvPr>
          <p:cNvGrpSpPr/>
          <p:nvPr/>
        </p:nvGrpSpPr>
        <p:grpSpPr>
          <a:xfrm>
            <a:off x="5417504" y="4575187"/>
            <a:ext cx="2636838" cy="799962"/>
            <a:chOff x="1332706" y="185859"/>
            <a:chExt cx="2636838" cy="799962"/>
          </a:xfrm>
        </p:grpSpPr>
        <p:sp>
          <p:nvSpPr>
            <p:cNvPr id="6" name="Retângulo arredondado 12">
              <a:extLst>
                <a:ext uri="{FF2B5EF4-FFF2-40B4-BE49-F238E27FC236}">
                  <a16:creationId xmlns:a16="http://schemas.microsoft.com/office/drawing/2014/main" id="{5BF3CF17-C2F0-424A-A2CF-BADC616BC3C4}"/>
                </a:ext>
              </a:extLst>
            </p:cNvPr>
            <p:cNvSpPr/>
            <p:nvPr/>
          </p:nvSpPr>
          <p:spPr>
            <a:xfrm>
              <a:off x="1332706" y="288262"/>
              <a:ext cx="2636838" cy="69755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" name="Retângulo arredondado 13">
              <a:extLst>
                <a:ext uri="{FF2B5EF4-FFF2-40B4-BE49-F238E27FC236}">
                  <a16:creationId xmlns:a16="http://schemas.microsoft.com/office/drawing/2014/main" id="{3115FC69-80B2-47AE-B138-32A79E22B7C4}"/>
                </a:ext>
              </a:extLst>
            </p:cNvPr>
            <p:cNvSpPr/>
            <p:nvPr/>
          </p:nvSpPr>
          <p:spPr>
            <a:xfrm>
              <a:off x="1332706" y="185859"/>
              <a:ext cx="2636838" cy="69755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INICIAR TEMPORIZADOR</a:t>
              </a:r>
            </a:p>
          </p:txBody>
        </p:sp>
      </p:grpSp>
      <p:grpSp>
        <p:nvGrpSpPr>
          <p:cNvPr id="9" name="o tempo acabou">
            <a:extLst>
              <a:ext uri="{FF2B5EF4-FFF2-40B4-BE49-F238E27FC236}">
                <a16:creationId xmlns:a16="http://schemas.microsoft.com/office/drawing/2014/main" id="{E9D42DEE-B666-419B-AC35-8C8D637031E8}"/>
              </a:ext>
            </a:extLst>
          </p:cNvPr>
          <p:cNvGrpSpPr/>
          <p:nvPr/>
        </p:nvGrpSpPr>
        <p:grpSpPr>
          <a:xfrm>
            <a:off x="5417504" y="4575187"/>
            <a:ext cx="2636838" cy="799962"/>
            <a:chOff x="4321176" y="185859"/>
            <a:chExt cx="2636838" cy="799962"/>
          </a:xfrm>
        </p:grpSpPr>
        <p:sp>
          <p:nvSpPr>
            <p:cNvPr id="10" name="Retângulo arredondado 15">
              <a:extLst>
                <a:ext uri="{FF2B5EF4-FFF2-40B4-BE49-F238E27FC236}">
                  <a16:creationId xmlns:a16="http://schemas.microsoft.com/office/drawing/2014/main" id="{4D7B4F65-C852-4928-BE4B-75041FA58932}"/>
                </a:ext>
              </a:extLst>
            </p:cNvPr>
            <p:cNvSpPr/>
            <p:nvPr/>
          </p:nvSpPr>
          <p:spPr>
            <a:xfrm>
              <a:off x="4321176" y="288262"/>
              <a:ext cx="2636838" cy="69755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" name="Retângulo arredondado 16">
              <a:extLst>
                <a:ext uri="{FF2B5EF4-FFF2-40B4-BE49-F238E27FC236}">
                  <a16:creationId xmlns:a16="http://schemas.microsoft.com/office/drawing/2014/main" id="{C26B5FC5-DEBA-4145-9F25-0DA3E2BFFDC1}"/>
                </a:ext>
              </a:extLst>
            </p:cNvPr>
            <p:cNvSpPr/>
            <p:nvPr/>
          </p:nvSpPr>
          <p:spPr>
            <a:xfrm>
              <a:off x="4321176" y="185859"/>
              <a:ext cx="2636838" cy="69755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 TEMPO ACABOU!</a:t>
              </a:r>
            </a:p>
          </p:txBody>
        </p:sp>
      </p:grpSp>
      <p:sp>
        <p:nvSpPr>
          <p:cNvPr id="12" name="AutoForma 3">
            <a:extLst>
              <a:ext uri="{FF2B5EF4-FFF2-40B4-BE49-F238E27FC236}">
                <a16:creationId xmlns:a16="http://schemas.microsoft.com/office/drawing/2014/main" id="{B77FE31F-9AD3-4466-A463-9313461C6D85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8906829" y="417386"/>
            <a:ext cx="3019425" cy="495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orma Livre 3">
            <a:extLst>
              <a:ext uri="{FF2B5EF4-FFF2-40B4-BE49-F238E27FC236}">
                <a16:creationId xmlns:a16="http://schemas.microsoft.com/office/drawing/2014/main" id="{F5D1F95C-010C-4842-8D00-ED95603F3408}"/>
              </a:ext>
            </a:extLst>
          </p:cNvPr>
          <p:cNvSpPr>
            <a:spLocks/>
          </p:cNvSpPr>
          <p:nvPr/>
        </p:nvSpPr>
        <p:spPr bwMode="auto">
          <a:xfrm>
            <a:off x="9103679" y="704724"/>
            <a:ext cx="2628900" cy="4381500"/>
          </a:xfrm>
          <a:custGeom>
            <a:avLst/>
            <a:gdLst>
              <a:gd name="T0" fmla="*/ 1131 w 1131"/>
              <a:gd name="T1" fmla="*/ 0 h 1887"/>
              <a:gd name="T2" fmla="*/ 0 w 1131"/>
              <a:gd name="T3" fmla="*/ 0 h 1887"/>
              <a:gd name="T4" fmla="*/ 0 w 1131"/>
              <a:gd name="T5" fmla="*/ 194 h 1887"/>
              <a:gd name="T6" fmla="*/ 460 w 1131"/>
              <a:gd name="T7" fmla="*/ 934 h 1887"/>
              <a:gd name="T8" fmla="*/ 460 w 1131"/>
              <a:gd name="T9" fmla="*/ 954 h 1887"/>
              <a:gd name="T10" fmla="*/ 0 w 1131"/>
              <a:gd name="T11" fmla="*/ 1694 h 1887"/>
              <a:gd name="T12" fmla="*/ 0 w 1131"/>
              <a:gd name="T13" fmla="*/ 1887 h 1887"/>
              <a:gd name="T14" fmla="*/ 1131 w 1131"/>
              <a:gd name="T15" fmla="*/ 1887 h 1887"/>
              <a:gd name="T16" fmla="*/ 1131 w 1131"/>
              <a:gd name="T17" fmla="*/ 1694 h 1887"/>
              <a:gd name="T18" fmla="*/ 671 w 1131"/>
              <a:gd name="T19" fmla="*/ 954 h 1887"/>
              <a:gd name="T20" fmla="*/ 671 w 1131"/>
              <a:gd name="T21" fmla="*/ 934 h 1887"/>
              <a:gd name="T22" fmla="*/ 1131 w 1131"/>
              <a:gd name="T23" fmla="*/ 194 h 1887"/>
              <a:gd name="T24" fmla="*/ 1131 w 1131"/>
              <a:gd name="T25" fmla="*/ 0 h 18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31" h="1887">
                <a:moveTo>
                  <a:pt x="11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94"/>
                  <a:pt x="0" y="194"/>
                  <a:pt x="0" y="194"/>
                </a:cubicBezTo>
                <a:cubicBezTo>
                  <a:pt x="0" y="675"/>
                  <a:pt x="297" y="865"/>
                  <a:pt x="460" y="934"/>
                </a:cubicBezTo>
                <a:cubicBezTo>
                  <a:pt x="469" y="937"/>
                  <a:pt x="469" y="950"/>
                  <a:pt x="460" y="954"/>
                </a:cubicBezTo>
                <a:cubicBezTo>
                  <a:pt x="297" y="1022"/>
                  <a:pt x="0" y="1212"/>
                  <a:pt x="0" y="1694"/>
                </a:cubicBezTo>
                <a:cubicBezTo>
                  <a:pt x="0" y="1887"/>
                  <a:pt x="0" y="1887"/>
                  <a:pt x="0" y="1887"/>
                </a:cubicBezTo>
                <a:cubicBezTo>
                  <a:pt x="1131" y="1887"/>
                  <a:pt x="1131" y="1887"/>
                  <a:pt x="1131" y="1887"/>
                </a:cubicBezTo>
                <a:cubicBezTo>
                  <a:pt x="1131" y="1694"/>
                  <a:pt x="1131" y="1694"/>
                  <a:pt x="1131" y="1694"/>
                </a:cubicBezTo>
                <a:cubicBezTo>
                  <a:pt x="1131" y="1212"/>
                  <a:pt x="834" y="1022"/>
                  <a:pt x="671" y="954"/>
                </a:cubicBezTo>
                <a:cubicBezTo>
                  <a:pt x="661" y="950"/>
                  <a:pt x="661" y="937"/>
                  <a:pt x="671" y="934"/>
                </a:cubicBezTo>
                <a:cubicBezTo>
                  <a:pt x="834" y="865"/>
                  <a:pt x="1131" y="675"/>
                  <a:pt x="1131" y="194"/>
                </a:cubicBezTo>
                <a:cubicBezTo>
                  <a:pt x="1131" y="0"/>
                  <a:pt x="1131" y="0"/>
                  <a:pt x="1131" y="0"/>
                </a:cubicBezTo>
              </a:path>
            </a:pathLst>
          </a:custGeom>
          <a:solidFill>
            <a:srgbClr val="F5F5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orma Livre 4">
            <a:extLst>
              <a:ext uri="{FF2B5EF4-FFF2-40B4-BE49-F238E27FC236}">
                <a16:creationId xmlns:a16="http://schemas.microsoft.com/office/drawing/2014/main" id="{E888AC56-443A-472B-88DC-850CB39C1018}"/>
              </a:ext>
            </a:extLst>
          </p:cNvPr>
          <p:cNvSpPr>
            <a:spLocks/>
          </p:cNvSpPr>
          <p:nvPr/>
        </p:nvSpPr>
        <p:spPr bwMode="auto">
          <a:xfrm>
            <a:off x="8908417" y="418974"/>
            <a:ext cx="3019425" cy="285750"/>
          </a:xfrm>
          <a:custGeom>
            <a:avLst/>
            <a:gdLst>
              <a:gd name="T0" fmla="*/ 1262 w 1299"/>
              <a:gd name="T1" fmla="*/ 0 h 123"/>
              <a:gd name="T2" fmla="*/ 36 w 1299"/>
              <a:gd name="T3" fmla="*/ 0 h 123"/>
              <a:gd name="T4" fmla="*/ 0 w 1299"/>
              <a:gd name="T5" fmla="*/ 36 h 123"/>
              <a:gd name="T6" fmla="*/ 0 w 1299"/>
              <a:gd name="T7" fmla="*/ 86 h 123"/>
              <a:gd name="T8" fmla="*/ 36 w 1299"/>
              <a:gd name="T9" fmla="*/ 123 h 123"/>
              <a:gd name="T10" fmla="*/ 1262 w 1299"/>
              <a:gd name="T11" fmla="*/ 123 h 123"/>
              <a:gd name="T12" fmla="*/ 1299 w 1299"/>
              <a:gd name="T13" fmla="*/ 86 h 123"/>
              <a:gd name="T14" fmla="*/ 1299 w 1299"/>
              <a:gd name="T15" fmla="*/ 36 h 123"/>
              <a:gd name="T16" fmla="*/ 1262 w 1299"/>
              <a:gd name="T17" fmla="*/ 0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9" h="123">
                <a:moveTo>
                  <a:pt x="1262" y="0"/>
                </a:moveTo>
                <a:cubicBezTo>
                  <a:pt x="36" y="0"/>
                  <a:pt x="36" y="0"/>
                  <a:pt x="36" y="0"/>
                </a:cubicBezTo>
                <a:cubicBezTo>
                  <a:pt x="16" y="0"/>
                  <a:pt x="0" y="16"/>
                  <a:pt x="0" y="36"/>
                </a:cubicBezTo>
                <a:cubicBezTo>
                  <a:pt x="0" y="86"/>
                  <a:pt x="0" y="86"/>
                  <a:pt x="0" y="86"/>
                </a:cubicBezTo>
                <a:cubicBezTo>
                  <a:pt x="0" y="107"/>
                  <a:pt x="16" y="123"/>
                  <a:pt x="36" y="123"/>
                </a:cubicBezTo>
                <a:cubicBezTo>
                  <a:pt x="1262" y="123"/>
                  <a:pt x="1262" y="123"/>
                  <a:pt x="1262" y="123"/>
                </a:cubicBezTo>
                <a:cubicBezTo>
                  <a:pt x="1283" y="123"/>
                  <a:pt x="1299" y="107"/>
                  <a:pt x="1299" y="86"/>
                </a:cubicBezTo>
                <a:cubicBezTo>
                  <a:pt x="1299" y="36"/>
                  <a:pt x="1299" y="36"/>
                  <a:pt x="1299" y="36"/>
                </a:cubicBezTo>
                <a:cubicBezTo>
                  <a:pt x="1299" y="16"/>
                  <a:pt x="1283" y="0"/>
                  <a:pt x="1262" y="0"/>
                </a:cubicBezTo>
                <a:close/>
              </a:path>
            </a:pathLst>
          </a:custGeom>
          <a:solidFill>
            <a:srgbClr val="8C623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Forma livre 5">
            <a:extLst>
              <a:ext uri="{FF2B5EF4-FFF2-40B4-BE49-F238E27FC236}">
                <a16:creationId xmlns:a16="http://schemas.microsoft.com/office/drawing/2014/main" id="{6EF6C7B4-59D0-40CD-8FEE-6805506A1A74}"/>
              </a:ext>
            </a:extLst>
          </p:cNvPr>
          <p:cNvSpPr>
            <a:spLocks/>
          </p:cNvSpPr>
          <p:nvPr/>
        </p:nvSpPr>
        <p:spPr bwMode="auto">
          <a:xfrm>
            <a:off x="8908417" y="5086224"/>
            <a:ext cx="3019425" cy="288925"/>
          </a:xfrm>
          <a:custGeom>
            <a:avLst/>
            <a:gdLst>
              <a:gd name="T0" fmla="*/ 1262 w 1299"/>
              <a:gd name="T1" fmla="*/ 0 h 124"/>
              <a:gd name="T2" fmla="*/ 36 w 1299"/>
              <a:gd name="T3" fmla="*/ 0 h 124"/>
              <a:gd name="T4" fmla="*/ 0 w 1299"/>
              <a:gd name="T5" fmla="*/ 37 h 124"/>
              <a:gd name="T6" fmla="*/ 0 w 1299"/>
              <a:gd name="T7" fmla="*/ 87 h 124"/>
              <a:gd name="T8" fmla="*/ 36 w 1299"/>
              <a:gd name="T9" fmla="*/ 124 h 124"/>
              <a:gd name="T10" fmla="*/ 1262 w 1299"/>
              <a:gd name="T11" fmla="*/ 124 h 124"/>
              <a:gd name="T12" fmla="*/ 1299 w 1299"/>
              <a:gd name="T13" fmla="*/ 87 h 124"/>
              <a:gd name="T14" fmla="*/ 1299 w 1299"/>
              <a:gd name="T15" fmla="*/ 37 h 124"/>
              <a:gd name="T16" fmla="*/ 1262 w 1299"/>
              <a:gd name="T17" fmla="*/ 0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9" h="124">
                <a:moveTo>
                  <a:pt x="1262" y="0"/>
                </a:moveTo>
                <a:cubicBezTo>
                  <a:pt x="36" y="0"/>
                  <a:pt x="36" y="0"/>
                  <a:pt x="36" y="0"/>
                </a:cubicBezTo>
                <a:cubicBezTo>
                  <a:pt x="16" y="0"/>
                  <a:pt x="0" y="17"/>
                  <a:pt x="0" y="37"/>
                </a:cubicBezTo>
                <a:cubicBezTo>
                  <a:pt x="0" y="87"/>
                  <a:pt x="0" y="87"/>
                  <a:pt x="0" y="87"/>
                </a:cubicBezTo>
                <a:cubicBezTo>
                  <a:pt x="0" y="107"/>
                  <a:pt x="16" y="124"/>
                  <a:pt x="36" y="124"/>
                </a:cubicBezTo>
                <a:cubicBezTo>
                  <a:pt x="1262" y="124"/>
                  <a:pt x="1262" y="124"/>
                  <a:pt x="1262" y="124"/>
                </a:cubicBezTo>
                <a:cubicBezTo>
                  <a:pt x="1283" y="124"/>
                  <a:pt x="1299" y="107"/>
                  <a:pt x="1299" y="87"/>
                </a:cubicBezTo>
                <a:cubicBezTo>
                  <a:pt x="1299" y="37"/>
                  <a:pt x="1299" y="37"/>
                  <a:pt x="1299" y="37"/>
                </a:cubicBezTo>
                <a:cubicBezTo>
                  <a:pt x="1299" y="17"/>
                  <a:pt x="1283" y="0"/>
                  <a:pt x="1262" y="0"/>
                </a:cubicBezTo>
                <a:close/>
              </a:path>
            </a:pathLst>
          </a:custGeom>
          <a:solidFill>
            <a:srgbClr val="8C623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orma Livre 6">
            <a:extLst>
              <a:ext uri="{FF2B5EF4-FFF2-40B4-BE49-F238E27FC236}">
                <a16:creationId xmlns:a16="http://schemas.microsoft.com/office/drawing/2014/main" id="{FFE37062-4D20-40D0-A06E-EC77080FDA2D}"/>
              </a:ext>
            </a:extLst>
          </p:cNvPr>
          <p:cNvSpPr>
            <a:spLocks/>
          </p:cNvSpPr>
          <p:nvPr/>
        </p:nvSpPr>
        <p:spPr bwMode="auto">
          <a:xfrm>
            <a:off x="8908417" y="5202111"/>
            <a:ext cx="3019425" cy="173038"/>
          </a:xfrm>
          <a:custGeom>
            <a:avLst/>
            <a:gdLst>
              <a:gd name="T0" fmla="*/ 1262 w 1299"/>
              <a:gd name="T1" fmla="*/ 36 h 74"/>
              <a:gd name="T2" fmla="*/ 36 w 1299"/>
              <a:gd name="T3" fmla="*/ 36 h 74"/>
              <a:gd name="T4" fmla="*/ 0 w 1299"/>
              <a:gd name="T5" fmla="*/ 0 h 74"/>
              <a:gd name="T6" fmla="*/ 0 w 1299"/>
              <a:gd name="T7" fmla="*/ 37 h 74"/>
              <a:gd name="T8" fmla="*/ 36 w 1299"/>
              <a:gd name="T9" fmla="*/ 74 h 74"/>
              <a:gd name="T10" fmla="*/ 1262 w 1299"/>
              <a:gd name="T11" fmla="*/ 74 h 74"/>
              <a:gd name="T12" fmla="*/ 1299 w 1299"/>
              <a:gd name="T13" fmla="*/ 37 h 74"/>
              <a:gd name="T14" fmla="*/ 1299 w 1299"/>
              <a:gd name="T15" fmla="*/ 0 h 74"/>
              <a:gd name="T16" fmla="*/ 1262 w 1299"/>
              <a:gd name="T17" fmla="*/ 36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9" h="74">
                <a:moveTo>
                  <a:pt x="1262" y="36"/>
                </a:moveTo>
                <a:cubicBezTo>
                  <a:pt x="36" y="36"/>
                  <a:pt x="36" y="36"/>
                  <a:pt x="36" y="36"/>
                </a:cubicBezTo>
                <a:cubicBezTo>
                  <a:pt x="16" y="36"/>
                  <a:pt x="0" y="20"/>
                  <a:pt x="0" y="0"/>
                </a:cubicBezTo>
                <a:cubicBezTo>
                  <a:pt x="0" y="37"/>
                  <a:pt x="0" y="37"/>
                  <a:pt x="0" y="37"/>
                </a:cubicBezTo>
                <a:cubicBezTo>
                  <a:pt x="0" y="57"/>
                  <a:pt x="16" y="74"/>
                  <a:pt x="36" y="74"/>
                </a:cubicBezTo>
                <a:cubicBezTo>
                  <a:pt x="1262" y="74"/>
                  <a:pt x="1262" y="74"/>
                  <a:pt x="1262" y="74"/>
                </a:cubicBezTo>
                <a:cubicBezTo>
                  <a:pt x="1283" y="74"/>
                  <a:pt x="1299" y="57"/>
                  <a:pt x="1299" y="37"/>
                </a:cubicBezTo>
                <a:cubicBezTo>
                  <a:pt x="1299" y="0"/>
                  <a:pt x="1299" y="0"/>
                  <a:pt x="1299" y="0"/>
                </a:cubicBezTo>
                <a:cubicBezTo>
                  <a:pt x="1299" y="20"/>
                  <a:pt x="1283" y="36"/>
                  <a:pt x="1262" y="36"/>
                </a:cubicBezTo>
                <a:close/>
              </a:path>
            </a:pathLst>
          </a:custGeom>
          <a:solidFill>
            <a:srgbClr val="855C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parte superior com areia">
            <a:extLst>
              <a:ext uri="{FF2B5EF4-FFF2-40B4-BE49-F238E27FC236}">
                <a16:creationId xmlns:a16="http://schemas.microsoft.com/office/drawing/2014/main" id="{0D480D4E-EBFF-46DD-A4EC-7EA7752F07CD}"/>
              </a:ext>
            </a:extLst>
          </p:cNvPr>
          <p:cNvSpPr>
            <a:spLocks/>
          </p:cNvSpPr>
          <p:nvPr/>
        </p:nvSpPr>
        <p:spPr bwMode="auto">
          <a:xfrm>
            <a:off x="9221154" y="1352424"/>
            <a:ext cx="2395538" cy="1495425"/>
          </a:xfrm>
          <a:custGeom>
            <a:avLst/>
            <a:gdLst>
              <a:gd name="T0" fmla="*/ 22 w 1031"/>
              <a:gd name="T1" fmla="*/ 4 h 644"/>
              <a:gd name="T2" fmla="*/ 1 w 1031"/>
              <a:gd name="T3" fmla="*/ 21 h 644"/>
              <a:gd name="T4" fmla="*/ 78 w 1031"/>
              <a:gd name="T5" fmla="*/ 295 h 644"/>
              <a:gd name="T6" fmla="*/ 259 w 1031"/>
              <a:gd name="T7" fmla="*/ 515 h 644"/>
              <a:gd name="T8" fmla="*/ 516 w 1031"/>
              <a:gd name="T9" fmla="*/ 644 h 644"/>
              <a:gd name="T10" fmla="*/ 769 w 1031"/>
              <a:gd name="T11" fmla="*/ 518 h 644"/>
              <a:gd name="T12" fmla="*/ 952 w 1031"/>
              <a:gd name="T13" fmla="*/ 297 h 644"/>
              <a:gd name="T14" fmla="*/ 1030 w 1031"/>
              <a:gd name="T15" fmla="*/ 21 h 644"/>
              <a:gd name="T16" fmla="*/ 1009 w 1031"/>
              <a:gd name="T17" fmla="*/ 4 h 644"/>
              <a:gd name="T18" fmla="*/ 661 w 1031"/>
              <a:gd name="T19" fmla="*/ 118 h 644"/>
              <a:gd name="T20" fmla="*/ 370 w 1031"/>
              <a:gd name="T21" fmla="*/ 118 h 644"/>
              <a:gd name="T22" fmla="*/ 22 w 1031"/>
              <a:gd name="T23" fmla="*/ 4 h 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31" h="644">
                <a:moveTo>
                  <a:pt x="22" y="4"/>
                </a:moveTo>
                <a:cubicBezTo>
                  <a:pt x="11" y="0"/>
                  <a:pt x="0" y="10"/>
                  <a:pt x="1" y="21"/>
                </a:cubicBezTo>
                <a:cubicBezTo>
                  <a:pt x="11" y="122"/>
                  <a:pt x="37" y="214"/>
                  <a:pt x="78" y="295"/>
                </a:cubicBezTo>
                <a:cubicBezTo>
                  <a:pt x="122" y="381"/>
                  <a:pt x="182" y="455"/>
                  <a:pt x="259" y="515"/>
                </a:cubicBezTo>
                <a:cubicBezTo>
                  <a:pt x="370" y="603"/>
                  <a:pt x="483" y="636"/>
                  <a:pt x="516" y="644"/>
                </a:cubicBezTo>
                <a:cubicBezTo>
                  <a:pt x="548" y="636"/>
                  <a:pt x="658" y="604"/>
                  <a:pt x="769" y="518"/>
                </a:cubicBezTo>
                <a:cubicBezTo>
                  <a:pt x="846" y="458"/>
                  <a:pt x="908" y="384"/>
                  <a:pt x="952" y="297"/>
                </a:cubicBezTo>
                <a:cubicBezTo>
                  <a:pt x="993" y="216"/>
                  <a:pt x="1019" y="123"/>
                  <a:pt x="1030" y="21"/>
                </a:cubicBezTo>
                <a:cubicBezTo>
                  <a:pt x="1031" y="10"/>
                  <a:pt x="1020" y="0"/>
                  <a:pt x="1009" y="4"/>
                </a:cubicBezTo>
                <a:cubicBezTo>
                  <a:pt x="661" y="118"/>
                  <a:pt x="661" y="118"/>
                  <a:pt x="661" y="118"/>
                </a:cubicBezTo>
                <a:cubicBezTo>
                  <a:pt x="566" y="149"/>
                  <a:pt x="465" y="149"/>
                  <a:pt x="370" y="118"/>
                </a:cubicBezTo>
                <a:lnTo>
                  <a:pt x="22" y="4"/>
                </a:lnTo>
                <a:close/>
              </a:path>
            </a:pathLst>
          </a:custGeom>
          <a:solidFill>
            <a:srgbClr val="EDCD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parte inferior com areia">
            <a:extLst>
              <a:ext uri="{FF2B5EF4-FFF2-40B4-BE49-F238E27FC236}">
                <a16:creationId xmlns:a16="http://schemas.microsoft.com/office/drawing/2014/main" id="{CA9027D2-D0E5-4CD1-87B5-56162B312014}"/>
              </a:ext>
            </a:extLst>
          </p:cNvPr>
          <p:cNvSpPr>
            <a:spLocks/>
          </p:cNvSpPr>
          <p:nvPr/>
        </p:nvSpPr>
        <p:spPr bwMode="auto">
          <a:xfrm>
            <a:off x="9208454" y="4027361"/>
            <a:ext cx="2417763" cy="1058863"/>
          </a:xfrm>
          <a:custGeom>
            <a:avLst/>
            <a:gdLst>
              <a:gd name="T0" fmla="*/ 0 w 1523"/>
              <a:gd name="T1" fmla="*/ 667 h 667"/>
              <a:gd name="T2" fmla="*/ 763 w 1523"/>
              <a:gd name="T3" fmla="*/ 0 h 667"/>
              <a:gd name="T4" fmla="*/ 1523 w 1523"/>
              <a:gd name="T5" fmla="*/ 667 h 667"/>
              <a:gd name="T6" fmla="*/ 0 w 1523"/>
              <a:gd name="T7" fmla="*/ 667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23" h="667">
                <a:moveTo>
                  <a:pt x="0" y="667"/>
                </a:moveTo>
                <a:lnTo>
                  <a:pt x="763" y="0"/>
                </a:lnTo>
                <a:lnTo>
                  <a:pt x="1523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EDCD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conector reto">
            <a:extLst>
              <a:ext uri="{FF2B5EF4-FFF2-40B4-BE49-F238E27FC236}">
                <a16:creationId xmlns:a16="http://schemas.microsoft.com/office/drawing/2014/main" id="{2012CF01-4E88-4139-9BA8-91F2DCD002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5267" y="2824830"/>
            <a:ext cx="87313" cy="2259807"/>
          </a:xfrm>
          <a:prstGeom prst="rect">
            <a:avLst/>
          </a:prstGeom>
          <a:solidFill>
            <a:srgbClr val="EDCD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20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" dur="60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59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6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0000"/>
                            </p:stCondLst>
                            <p:childTnLst>
                              <p:par>
                                <p:cTn id="15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0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  <p:bldP spid="20" grpId="0" animBg="1"/>
      <p:bldP spid="20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7"/>
          <p:cNvSpPr>
            <a:spLocks noGrp="1"/>
          </p:cNvSpPr>
          <p:nvPr>
            <p:ph type="body" sz="quarter" idx="13"/>
          </p:nvPr>
        </p:nvSpPr>
        <p:spPr>
          <a:xfrm>
            <a:off x="1852143" y="1563103"/>
            <a:ext cx="9056505" cy="2001892"/>
          </a:xfrm>
        </p:spPr>
        <p:txBody>
          <a:bodyPr rtlCol="0"/>
          <a:lstStyle/>
          <a:p>
            <a:pPr algn="ctr"/>
            <a:r>
              <a:rPr lang="pt-BR" sz="3600" dirty="0"/>
              <a:t>Resposta: Frequentemente, de poucas semanas a poucos meses.</a:t>
            </a:r>
            <a:endParaRPr lang="en-US" sz="3600" dirty="0"/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pt-BR"/>
              <a:t>40</a:t>
            </a:r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Ágil 600</a:t>
            </a:r>
          </a:p>
        </p:txBody>
      </p:sp>
    </p:spTree>
    <p:extLst>
      <p:ext uri="{BB962C8B-B14F-4D97-AF65-F5344CB8AC3E}">
        <p14:creationId xmlns:p14="http://schemas.microsoft.com/office/powerpoint/2010/main" val="2891345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7"/>
          <p:cNvSpPr>
            <a:spLocks noGrp="1"/>
          </p:cNvSpPr>
          <p:nvPr>
            <p:ph type="body" sz="quarter" idx="13"/>
          </p:nvPr>
        </p:nvSpPr>
        <p:spPr>
          <a:xfrm>
            <a:off x="2121561" y="814414"/>
            <a:ext cx="8885530" cy="2001892"/>
          </a:xfrm>
        </p:spPr>
        <p:txBody>
          <a:bodyPr rtlCol="0"/>
          <a:lstStyle/>
          <a:p>
            <a:pPr rtl="0"/>
            <a:r>
              <a:rPr lang="pt-BR" sz="3600" dirty="0"/>
              <a:t>Cite 3 benefícios da adoção de métodos ágeis?</a:t>
            </a:r>
            <a:endParaRPr lang="en-US" sz="3600" dirty="0"/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pt-BR"/>
              <a:t>50</a:t>
            </a:r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Ágil 400</a:t>
            </a:r>
          </a:p>
        </p:txBody>
      </p:sp>
    </p:spTree>
    <p:extLst>
      <p:ext uri="{BB962C8B-B14F-4D97-AF65-F5344CB8AC3E}">
        <p14:creationId xmlns:p14="http://schemas.microsoft.com/office/powerpoint/2010/main" val="4090803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7"/>
          <p:cNvSpPr>
            <a:spLocks noGrp="1"/>
          </p:cNvSpPr>
          <p:nvPr>
            <p:ph type="body" sz="quarter" idx="13"/>
          </p:nvPr>
        </p:nvSpPr>
        <p:spPr>
          <a:xfrm>
            <a:off x="2313563" y="2159460"/>
            <a:ext cx="8499580" cy="2001892"/>
          </a:xfrm>
        </p:spPr>
        <p:txBody>
          <a:bodyPr rtlCol="0"/>
          <a:lstStyle/>
          <a:p>
            <a:pPr rtl="0"/>
            <a:r>
              <a:rPr lang="pt-BR" sz="2800" dirty="0"/>
              <a:t>Feedback mais rápido do cliente</a:t>
            </a:r>
          </a:p>
          <a:p>
            <a:pPr rtl="0"/>
            <a:endParaRPr lang="pt-BR" sz="2800" dirty="0"/>
          </a:p>
          <a:p>
            <a:pPr rtl="0"/>
            <a:r>
              <a:rPr lang="pt-BR" sz="2800" dirty="0"/>
              <a:t>Menor desperdício</a:t>
            </a:r>
          </a:p>
          <a:p>
            <a:pPr rtl="0"/>
            <a:endParaRPr lang="pt-BR" sz="2800" dirty="0"/>
          </a:p>
          <a:p>
            <a:pPr rtl="0"/>
            <a:r>
              <a:rPr lang="en-US" sz="2800" dirty="0" err="1"/>
              <a:t>Flexibilidade</a:t>
            </a:r>
            <a:r>
              <a:rPr lang="en-US" sz="2800" dirty="0"/>
              <a:t> para </a:t>
            </a:r>
            <a:r>
              <a:rPr lang="en-US" sz="2800" dirty="0" err="1"/>
              <a:t>adaptação</a:t>
            </a:r>
            <a:endParaRPr lang="en-US" sz="2800" dirty="0"/>
          </a:p>
          <a:p>
            <a:pPr rtl="0"/>
            <a:endParaRPr lang="en-US" sz="2800" dirty="0"/>
          </a:p>
          <a:p>
            <a:pPr rtl="0"/>
            <a:r>
              <a:rPr lang="en-US" sz="2800" dirty="0" err="1"/>
              <a:t>Menor</a:t>
            </a:r>
            <a:r>
              <a:rPr lang="en-US" sz="2800" dirty="0"/>
              <a:t> </a:t>
            </a:r>
            <a:r>
              <a:rPr lang="en-US" sz="2800" dirty="0" err="1"/>
              <a:t>risco</a:t>
            </a:r>
            <a:endParaRPr lang="en-US" sz="2800" dirty="0"/>
          </a:p>
          <a:p>
            <a:pPr rtl="0"/>
            <a:endParaRPr lang="en-US" sz="2800" dirty="0"/>
          </a:p>
          <a:p>
            <a:pPr rtl="0"/>
            <a:r>
              <a:rPr lang="en-US" sz="2800" dirty="0" err="1"/>
              <a:t>Adequado</a:t>
            </a:r>
            <a:r>
              <a:rPr lang="en-US" sz="2800" dirty="0"/>
              <a:t> para </a:t>
            </a:r>
            <a:r>
              <a:rPr lang="en-US" sz="2800" dirty="0" err="1"/>
              <a:t>projetos</a:t>
            </a:r>
            <a:r>
              <a:rPr lang="en-US" sz="2800" dirty="0"/>
              <a:t> </a:t>
            </a:r>
            <a:r>
              <a:rPr lang="en-US" sz="2800" dirty="0" err="1"/>
              <a:t>complexos</a:t>
            </a:r>
            <a:endParaRPr lang="en-US" sz="2800" dirty="0"/>
          </a:p>
          <a:p>
            <a:pPr rtl="0"/>
            <a:endParaRPr lang="en-US" sz="2800" dirty="0"/>
          </a:p>
          <a:p>
            <a:pPr rtl="0"/>
            <a:r>
              <a:rPr lang="en-US" sz="2800" dirty="0" err="1"/>
              <a:t>Maior</a:t>
            </a:r>
            <a:r>
              <a:rPr lang="en-US" sz="2800" dirty="0"/>
              <a:t> </a:t>
            </a:r>
            <a:r>
              <a:rPr lang="en-US" sz="2800" dirty="0" err="1"/>
              <a:t>colaboração</a:t>
            </a:r>
            <a:r>
              <a:rPr lang="en-US" sz="2800" dirty="0"/>
              <a:t> TI e </a:t>
            </a:r>
            <a:r>
              <a:rPr lang="en-US" sz="2800" dirty="0" err="1"/>
              <a:t>negócio</a:t>
            </a:r>
            <a:endParaRPr lang="en-US" sz="2800" dirty="0"/>
          </a:p>
          <a:p>
            <a:pPr rtl="0"/>
            <a:endParaRPr lang="en-US" sz="2800" dirty="0"/>
          </a:p>
          <a:p>
            <a:pPr rtl="0"/>
            <a:endParaRPr lang="en-US" sz="2800" dirty="0"/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pt-BR"/>
              <a:t>50</a:t>
            </a:r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Ágil 400</a:t>
            </a:r>
          </a:p>
        </p:txBody>
      </p:sp>
    </p:spTree>
    <p:extLst>
      <p:ext uri="{BB962C8B-B14F-4D97-AF65-F5344CB8AC3E}">
        <p14:creationId xmlns:p14="http://schemas.microsoft.com/office/powerpoint/2010/main" val="1632026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As perguntas da categoria 2 estão apresentadas a seguir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803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7"/>
          <p:cNvSpPr>
            <a:spLocks noGrp="1"/>
          </p:cNvSpPr>
          <p:nvPr>
            <p:ph type="body" sz="quarter" idx="13"/>
          </p:nvPr>
        </p:nvSpPr>
        <p:spPr>
          <a:xfrm>
            <a:off x="1841679" y="1873957"/>
            <a:ext cx="6507842" cy="2001892"/>
          </a:xfrm>
        </p:spPr>
        <p:txBody>
          <a:bodyPr rtlCol="0"/>
          <a:lstStyle/>
          <a:p>
            <a:r>
              <a:rPr lang="pt-BR" sz="3600" dirty="0"/>
              <a:t>Qual é o nome do modelo mais comum para o método tradicional de desenvolvimento?</a:t>
            </a:r>
            <a:endParaRPr lang="en-US" sz="3600" dirty="0"/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pt-BR"/>
              <a:t>10</a:t>
            </a:r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100</a:t>
            </a:r>
            <a:endParaRPr lang="en-US" dirty="0"/>
          </a:p>
        </p:txBody>
      </p:sp>
      <p:grpSp>
        <p:nvGrpSpPr>
          <p:cNvPr id="5" name="botão: iniciar temporizador">
            <a:extLst>
              <a:ext uri="{FF2B5EF4-FFF2-40B4-BE49-F238E27FC236}">
                <a16:creationId xmlns:a16="http://schemas.microsoft.com/office/drawing/2014/main" id="{712B05E8-5DDE-4D59-9D50-DB66CE79D33B}"/>
              </a:ext>
            </a:extLst>
          </p:cNvPr>
          <p:cNvGrpSpPr/>
          <p:nvPr/>
        </p:nvGrpSpPr>
        <p:grpSpPr>
          <a:xfrm>
            <a:off x="5417504" y="4575187"/>
            <a:ext cx="2636838" cy="799962"/>
            <a:chOff x="1332706" y="185859"/>
            <a:chExt cx="2636838" cy="799962"/>
          </a:xfrm>
        </p:grpSpPr>
        <p:sp>
          <p:nvSpPr>
            <p:cNvPr id="6" name="Retângulo arredondado 12">
              <a:extLst>
                <a:ext uri="{FF2B5EF4-FFF2-40B4-BE49-F238E27FC236}">
                  <a16:creationId xmlns:a16="http://schemas.microsoft.com/office/drawing/2014/main" id="{CCD23D04-561F-47D8-A04A-BF0ADED535C0}"/>
                </a:ext>
              </a:extLst>
            </p:cNvPr>
            <p:cNvSpPr/>
            <p:nvPr/>
          </p:nvSpPr>
          <p:spPr>
            <a:xfrm>
              <a:off x="1332706" y="288262"/>
              <a:ext cx="2636838" cy="69755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" name="Retângulo arredondado 13">
              <a:extLst>
                <a:ext uri="{FF2B5EF4-FFF2-40B4-BE49-F238E27FC236}">
                  <a16:creationId xmlns:a16="http://schemas.microsoft.com/office/drawing/2014/main" id="{684C429F-25D5-48D1-B123-90CD31F466D6}"/>
                </a:ext>
              </a:extLst>
            </p:cNvPr>
            <p:cNvSpPr/>
            <p:nvPr/>
          </p:nvSpPr>
          <p:spPr>
            <a:xfrm>
              <a:off x="1332706" y="185859"/>
              <a:ext cx="2636838" cy="69755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INICIAR TEMPORIZADOR</a:t>
              </a:r>
            </a:p>
          </p:txBody>
        </p:sp>
      </p:grpSp>
      <p:grpSp>
        <p:nvGrpSpPr>
          <p:cNvPr id="9" name="o tempo acabou">
            <a:extLst>
              <a:ext uri="{FF2B5EF4-FFF2-40B4-BE49-F238E27FC236}">
                <a16:creationId xmlns:a16="http://schemas.microsoft.com/office/drawing/2014/main" id="{98955344-41F0-4E3D-B36D-53886580CF1F}"/>
              </a:ext>
            </a:extLst>
          </p:cNvPr>
          <p:cNvGrpSpPr/>
          <p:nvPr/>
        </p:nvGrpSpPr>
        <p:grpSpPr>
          <a:xfrm>
            <a:off x="5417504" y="4575187"/>
            <a:ext cx="2636838" cy="799962"/>
            <a:chOff x="4321176" y="185859"/>
            <a:chExt cx="2636838" cy="799962"/>
          </a:xfrm>
        </p:grpSpPr>
        <p:sp>
          <p:nvSpPr>
            <p:cNvPr id="10" name="Retângulo arredondado 15">
              <a:extLst>
                <a:ext uri="{FF2B5EF4-FFF2-40B4-BE49-F238E27FC236}">
                  <a16:creationId xmlns:a16="http://schemas.microsoft.com/office/drawing/2014/main" id="{6360035E-2A20-4819-A6C4-4CF6FB802C86}"/>
                </a:ext>
              </a:extLst>
            </p:cNvPr>
            <p:cNvSpPr/>
            <p:nvPr/>
          </p:nvSpPr>
          <p:spPr>
            <a:xfrm>
              <a:off x="4321176" y="288262"/>
              <a:ext cx="2636838" cy="69755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" name="Retângulo arredondado 16">
              <a:extLst>
                <a:ext uri="{FF2B5EF4-FFF2-40B4-BE49-F238E27FC236}">
                  <a16:creationId xmlns:a16="http://schemas.microsoft.com/office/drawing/2014/main" id="{E3D6B2B6-D5A1-412A-A895-3351A0F2388E}"/>
                </a:ext>
              </a:extLst>
            </p:cNvPr>
            <p:cNvSpPr/>
            <p:nvPr/>
          </p:nvSpPr>
          <p:spPr>
            <a:xfrm>
              <a:off x="4321176" y="185859"/>
              <a:ext cx="2636838" cy="69755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 TEMPO ACABOU!</a:t>
              </a:r>
            </a:p>
          </p:txBody>
        </p:sp>
      </p:grpSp>
      <p:sp>
        <p:nvSpPr>
          <p:cNvPr id="12" name="AutoForma 3">
            <a:extLst>
              <a:ext uri="{FF2B5EF4-FFF2-40B4-BE49-F238E27FC236}">
                <a16:creationId xmlns:a16="http://schemas.microsoft.com/office/drawing/2014/main" id="{AC6F3271-7D33-42AB-90BF-FAD495B5597C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8906829" y="417386"/>
            <a:ext cx="3019425" cy="495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orma Livre 3">
            <a:extLst>
              <a:ext uri="{FF2B5EF4-FFF2-40B4-BE49-F238E27FC236}">
                <a16:creationId xmlns:a16="http://schemas.microsoft.com/office/drawing/2014/main" id="{921F1815-4EC7-409C-BC9F-B21C2AF39159}"/>
              </a:ext>
            </a:extLst>
          </p:cNvPr>
          <p:cNvSpPr>
            <a:spLocks/>
          </p:cNvSpPr>
          <p:nvPr/>
        </p:nvSpPr>
        <p:spPr bwMode="auto">
          <a:xfrm>
            <a:off x="9103679" y="704724"/>
            <a:ext cx="2628900" cy="4381500"/>
          </a:xfrm>
          <a:custGeom>
            <a:avLst/>
            <a:gdLst>
              <a:gd name="T0" fmla="*/ 1131 w 1131"/>
              <a:gd name="T1" fmla="*/ 0 h 1887"/>
              <a:gd name="T2" fmla="*/ 0 w 1131"/>
              <a:gd name="T3" fmla="*/ 0 h 1887"/>
              <a:gd name="T4" fmla="*/ 0 w 1131"/>
              <a:gd name="T5" fmla="*/ 194 h 1887"/>
              <a:gd name="T6" fmla="*/ 460 w 1131"/>
              <a:gd name="T7" fmla="*/ 934 h 1887"/>
              <a:gd name="T8" fmla="*/ 460 w 1131"/>
              <a:gd name="T9" fmla="*/ 954 h 1887"/>
              <a:gd name="T10" fmla="*/ 0 w 1131"/>
              <a:gd name="T11" fmla="*/ 1694 h 1887"/>
              <a:gd name="T12" fmla="*/ 0 w 1131"/>
              <a:gd name="T13" fmla="*/ 1887 h 1887"/>
              <a:gd name="T14" fmla="*/ 1131 w 1131"/>
              <a:gd name="T15" fmla="*/ 1887 h 1887"/>
              <a:gd name="T16" fmla="*/ 1131 w 1131"/>
              <a:gd name="T17" fmla="*/ 1694 h 1887"/>
              <a:gd name="T18" fmla="*/ 671 w 1131"/>
              <a:gd name="T19" fmla="*/ 954 h 1887"/>
              <a:gd name="T20" fmla="*/ 671 w 1131"/>
              <a:gd name="T21" fmla="*/ 934 h 1887"/>
              <a:gd name="T22" fmla="*/ 1131 w 1131"/>
              <a:gd name="T23" fmla="*/ 194 h 1887"/>
              <a:gd name="T24" fmla="*/ 1131 w 1131"/>
              <a:gd name="T25" fmla="*/ 0 h 18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31" h="1887">
                <a:moveTo>
                  <a:pt x="11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94"/>
                  <a:pt x="0" y="194"/>
                  <a:pt x="0" y="194"/>
                </a:cubicBezTo>
                <a:cubicBezTo>
                  <a:pt x="0" y="675"/>
                  <a:pt x="297" y="865"/>
                  <a:pt x="460" y="934"/>
                </a:cubicBezTo>
                <a:cubicBezTo>
                  <a:pt x="469" y="937"/>
                  <a:pt x="469" y="950"/>
                  <a:pt x="460" y="954"/>
                </a:cubicBezTo>
                <a:cubicBezTo>
                  <a:pt x="297" y="1022"/>
                  <a:pt x="0" y="1212"/>
                  <a:pt x="0" y="1694"/>
                </a:cubicBezTo>
                <a:cubicBezTo>
                  <a:pt x="0" y="1887"/>
                  <a:pt x="0" y="1887"/>
                  <a:pt x="0" y="1887"/>
                </a:cubicBezTo>
                <a:cubicBezTo>
                  <a:pt x="1131" y="1887"/>
                  <a:pt x="1131" y="1887"/>
                  <a:pt x="1131" y="1887"/>
                </a:cubicBezTo>
                <a:cubicBezTo>
                  <a:pt x="1131" y="1694"/>
                  <a:pt x="1131" y="1694"/>
                  <a:pt x="1131" y="1694"/>
                </a:cubicBezTo>
                <a:cubicBezTo>
                  <a:pt x="1131" y="1212"/>
                  <a:pt x="834" y="1022"/>
                  <a:pt x="671" y="954"/>
                </a:cubicBezTo>
                <a:cubicBezTo>
                  <a:pt x="661" y="950"/>
                  <a:pt x="661" y="937"/>
                  <a:pt x="671" y="934"/>
                </a:cubicBezTo>
                <a:cubicBezTo>
                  <a:pt x="834" y="865"/>
                  <a:pt x="1131" y="675"/>
                  <a:pt x="1131" y="194"/>
                </a:cubicBezTo>
                <a:cubicBezTo>
                  <a:pt x="1131" y="0"/>
                  <a:pt x="1131" y="0"/>
                  <a:pt x="1131" y="0"/>
                </a:cubicBezTo>
              </a:path>
            </a:pathLst>
          </a:custGeom>
          <a:solidFill>
            <a:srgbClr val="F5F5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orma Livre 4">
            <a:extLst>
              <a:ext uri="{FF2B5EF4-FFF2-40B4-BE49-F238E27FC236}">
                <a16:creationId xmlns:a16="http://schemas.microsoft.com/office/drawing/2014/main" id="{52246106-26BB-41DE-911E-3FAB0B6C26DB}"/>
              </a:ext>
            </a:extLst>
          </p:cNvPr>
          <p:cNvSpPr>
            <a:spLocks/>
          </p:cNvSpPr>
          <p:nvPr/>
        </p:nvSpPr>
        <p:spPr bwMode="auto">
          <a:xfrm>
            <a:off x="8908417" y="418974"/>
            <a:ext cx="3019425" cy="285750"/>
          </a:xfrm>
          <a:custGeom>
            <a:avLst/>
            <a:gdLst>
              <a:gd name="T0" fmla="*/ 1262 w 1299"/>
              <a:gd name="T1" fmla="*/ 0 h 123"/>
              <a:gd name="T2" fmla="*/ 36 w 1299"/>
              <a:gd name="T3" fmla="*/ 0 h 123"/>
              <a:gd name="T4" fmla="*/ 0 w 1299"/>
              <a:gd name="T5" fmla="*/ 36 h 123"/>
              <a:gd name="T6" fmla="*/ 0 w 1299"/>
              <a:gd name="T7" fmla="*/ 86 h 123"/>
              <a:gd name="T8" fmla="*/ 36 w 1299"/>
              <a:gd name="T9" fmla="*/ 123 h 123"/>
              <a:gd name="T10" fmla="*/ 1262 w 1299"/>
              <a:gd name="T11" fmla="*/ 123 h 123"/>
              <a:gd name="T12" fmla="*/ 1299 w 1299"/>
              <a:gd name="T13" fmla="*/ 86 h 123"/>
              <a:gd name="T14" fmla="*/ 1299 w 1299"/>
              <a:gd name="T15" fmla="*/ 36 h 123"/>
              <a:gd name="T16" fmla="*/ 1262 w 1299"/>
              <a:gd name="T17" fmla="*/ 0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9" h="123">
                <a:moveTo>
                  <a:pt x="1262" y="0"/>
                </a:moveTo>
                <a:cubicBezTo>
                  <a:pt x="36" y="0"/>
                  <a:pt x="36" y="0"/>
                  <a:pt x="36" y="0"/>
                </a:cubicBezTo>
                <a:cubicBezTo>
                  <a:pt x="16" y="0"/>
                  <a:pt x="0" y="16"/>
                  <a:pt x="0" y="36"/>
                </a:cubicBezTo>
                <a:cubicBezTo>
                  <a:pt x="0" y="86"/>
                  <a:pt x="0" y="86"/>
                  <a:pt x="0" y="86"/>
                </a:cubicBezTo>
                <a:cubicBezTo>
                  <a:pt x="0" y="107"/>
                  <a:pt x="16" y="123"/>
                  <a:pt x="36" y="123"/>
                </a:cubicBezTo>
                <a:cubicBezTo>
                  <a:pt x="1262" y="123"/>
                  <a:pt x="1262" y="123"/>
                  <a:pt x="1262" y="123"/>
                </a:cubicBezTo>
                <a:cubicBezTo>
                  <a:pt x="1283" y="123"/>
                  <a:pt x="1299" y="107"/>
                  <a:pt x="1299" y="86"/>
                </a:cubicBezTo>
                <a:cubicBezTo>
                  <a:pt x="1299" y="36"/>
                  <a:pt x="1299" y="36"/>
                  <a:pt x="1299" y="36"/>
                </a:cubicBezTo>
                <a:cubicBezTo>
                  <a:pt x="1299" y="16"/>
                  <a:pt x="1283" y="0"/>
                  <a:pt x="1262" y="0"/>
                </a:cubicBezTo>
                <a:close/>
              </a:path>
            </a:pathLst>
          </a:custGeom>
          <a:solidFill>
            <a:srgbClr val="8C623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Forma livre 5">
            <a:extLst>
              <a:ext uri="{FF2B5EF4-FFF2-40B4-BE49-F238E27FC236}">
                <a16:creationId xmlns:a16="http://schemas.microsoft.com/office/drawing/2014/main" id="{A557E174-7BC3-48A0-95EC-E90D19327F72}"/>
              </a:ext>
            </a:extLst>
          </p:cNvPr>
          <p:cNvSpPr>
            <a:spLocks/>
          </p:cNvSpPr>
          <p:nvPr/>
        </p:nvSpPr>
        <p:spPr bwMode="auto">
          <a:xfrm>
            <a:off x="8908417" y="5086224"/>
            <a:ext cx="3019425" cy="288925"/>
          </a:xfrm>
          <a:custGeom>
            <a:avLst/>
            <a:gdLst>
              <a:gd name="T0" fmla="*/ 1262 w 1299"/>
              <a:gd name="T1" fmla="*/ 0 h 124"/>
              <a:gd name="T2" fmla="*/ 36 w 1299"/>
              <a:gd name="T3" fmla="*/ 0 h 124"/>
              <a:gd name="T4" fmla="*/ 0 w 1299"/>
              <a:gd name="T5" fmla="*/ 37 h 124"/>
              <a:gd name="T6" fmla="*/ 0 w 1299"/>
              <a:gd name="T7" fmla="*/ 87 h 124"/>
              <a:gd name="T8" fmla="*/ 36 w 1299"/>
              <a:gd name="T9" fmla="*/ 124 h 124"/>
              <a:gd name="T10" fmla="*/ 1262 w 1299"/>
              <a:gd name="T11" fmla="*/ 124 h 124"/>
              <a:gd name="T12" fmla="*/ 1299 w 1299"/>
              <a:gd name="T13" fmla="*/ 87 h 124"/>
              <a:gd name="T14" fmla="*/ 1299 w 1299"/>
              <a:gd name="T15" fmla="*/ 37 h 124"/>
              <a:gd name="T16" fmla="*/ 1262 w 1299"/>
              <a:gd name="T17" fmla="*/ 0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9" h="124">
                <a:moveTo>
                  <a:pt x="1262" y="0"/>
                </a:moveTo>
                <a:cubicBezTo>
                  <a:pt x="36" y="0"/>
                  <a:pt x="36" y="0"/>
                  <a:pt x="36" y="0"/>
                </a:cubicBezTo>
                <a:cubicBezTo>
                  <a:pt x="16" y="0"/>
                  <a:pt x="0" y="17"/>
                  <a:pt x="0" y="37"/>
                </a:cubicBezTo>
                <a:cubicBezTo>
                  <a:pt x="0" y="87"/>
                  <a:pt x="0" y="87"/>
                  <a:pt x="0" y="87"/>
                </a:cubicBezTo>
                <a:cubicBezTo>
                  <a:pt x="0" y="107"/>
                  <a:pt x="16" y="124"/>
                  <a:pt x="36" y="124"/>
                </a:cubicBezTo>
                <a:cubicBezTo>
                  <a:pt x="1262" y="124"/>
                  <a:pt x="1262" y="124"/>
                  <a:pt x="1262" y="124"/>
                </a:cubicBezTo>
                <a:cubicBezTo>
                  <a:pt x="1283" y="124"/>
                  <a:pt x="1299" y="107"/>
                  <a:pt x="1299" y="87"/>
                </a:cubicBezTo>
                <a:cubicBezTo>
                  <a:pt x="1299" y="37"/>
                  <a:pt x="1299" y="37"/>
                  <a:pt x="1299" y="37"/>
                </a:cubicBezTo>
                <a:cubicBezTo>
                  <a:pt x="1299" y="17"/>
                  <a:pt x="1283" y="0"/>
                  <a:pt x="1262" y="0"/>
                </a:cubicBezTo>
                <a:close/>
              </a:path>
            </a:pathLst>
          </a:custGeom>
          <a:solidFill>
            <a:srgbClr val="8C623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orma Livre 6">
            <a:extLst>
              <a:ext uri="{FF2B5EF4-FFF2-40B4-BE49-F238E27FC236}">
                <a16:creationId xmlns:a16="http://schemas.microsoft.com/office/drawing/2014/main" id="{BCC8E8FF-2EEE-4881-AC36-A94B48F182B7}"/>
              </a:ext>
            </a:extLst>
          </p:cNvPr>
          <p:cNvSpPr>
            <a:spLocks/>
          </p:cNvSpPr>
          <p:nvPr/>
        </p:nvSpPr>
        <p:spPr bwMode="auto">
          <a:xfrm>
            <a:off x="8908417" y="5202111"/>
            <a:ext cx="3019425" cy="173038"/>
          </a:xfrm>
          <a:custGeom>
            <a:avLst/>
            <a:gdLst>
              <a:gd name="T0" fmla="*/ 1262 w 1299"/>
              <a:gd name="T1" fmla="*/ 36 h 74"/>
              <a:gd name="T2" fmla="*/ 36 w 1299"/>
              <a:gd name="T3" fmla="*/ 36 h 74"/>
              <a:gd name="T4" fmla="*/ 0 w 1299"/>
              <a:gd name="T5" fmla="*/ 0 h 74"/>
              <a:gd name="T6" fmla="*/ 0 w 1299"/>
              <a:gd name="T7" fmla="*/ 37 h 74"/>
              <a:gd name="T8" fmla="*/ 36 w 1299"/>
              <a:gd name="T9" fmla="*/ 74 h 74"/>
              <a:gd name="T10" fmla="*/ 1262 w 1299"/>
              <a:gd name="T11" fmla="*/ 74 h 74"/>
              <a:gd name="T12" fmla="*/ 1299 w 1299"/>
              <a:gd name="T13" fmla="*/ 37 h 74"/>
              <a:gd name="T14" fmla="*/ 1299 w 1299"/>
              <a:gd name="T15" fmla="*/ 0 h 74"/>
              <a:gd name="T16" fmla="*/ 1262 w 1299"/>
              <a:gd name="T17" fmla="*/ 36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9" h="74">
                <a:moveTo>
                  <a:pt x="1262" y="36"/>
                </a:moveTo>
                <a:cubicBezTo>
                  <a:pt x="36" y="36"/>
                  <a:pt x="36" y="36"/>
                  <a:pt x="36" y="36"/>
                </a:cubicBezTo>
                <a:cubicBezTo>
                  <a:pt x="16" y="36"/>
                  <a:pt x="0" y="20"/>
                  <a:pt x="0" y="0"/>
                </a:cubicBezTo>
                <a:cubicBezTo>
                  <a:pt x="0" y="37"/>
                  <a:pt x="0" y="37"/>
                  <a:pt x="0" y="37"/>
                </a:cubicBezTo>
                <a:cubicBezTo>
                  <a:pt x="0" y="57"/>
                  <a:pt x="16" y="74"/>
                  <a:pt x="36" y="74"/>
                </a:cubicBezTo>
                <a:cubicBezTo>
                  <a:pt x="1262" y="74"/>
                  <a:pt x="1262" y="74"/>
                  <a:pt x="1262" y="74"/>
                </a:cubicBezTo>
                <a:cubicBezTo>
                  <a:pt x="1283" y="74"/>
                  <a:pt x="1299" y="57"/>
                  <a:pt x="1299" y="37"/>
                </a:cubicBezTo>
                <a:cubicBezTo>
                  <a:pt x="1299" y="0"/>
                  <a:pt x="1299" y="0"/>
                  <a:pt x="1299" y="0"/>
                </a:cubicBezTo>
                <a:cubicBezTo>
                  <a:pt x="1299" y="20"/>
                  <a:pt x="1283" y="36"/>
                  <a:pt x="1262" y="36"/>
                </a:cubicBezTo>
                <a:close/>
              </a:path>
            </a:pathLst>
          </a:custGeom>
          <a:solidFill>
            <a:srgbClr val="855C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parte superior com areia">
            <a:extLst>
              <a:ext uri="{FF2B5EF4-FFF2-40B4-BE49-F238E27FC236}">
                <a16:creationId xmlns:a16="http://schemas.microsoft.com/office/drawing/2014/main" id="{9BDF2994-5D7D-4054-9C83-417A61D8DE99}"/>
              </a:ext>
            </a:extLst>
          </p:cNvPr>
          <p:cNvSpPr>
            <a:spLocks/>
          </p:cNvSpPr>
          <p:nvPr/>
        </p:nvSpPr>
        <p:spPr bwMode="auto">
          <a:xfrm>
            <a:off x="9221154" y="1352424"/>
            <a:ext cx="2395538" cy="1495425"/>
          </a:xfrm>
          <a:custGeom>
            <a:avLst/>
            <a:gdLst>
              <a:gd name="T0" fmla="*/ 22 w 1031"/>
              <a:gd name="T1" fmla="*/ 4 h 644"/>
              <a:gd name="T2" fmla="*/ 1 w 1031"/>
              <a:gd name="T3" fmla="*/ 21 h 644"/>
              <a:gd name="T4" fmla="*/ 78 w 1031"/>
              <a:gd name="T5" fmla="*/ 295 h 644"/>
              <a:gd name="T6" fmla="*/ 259 w 1031"/>
              <a:gd name="T7" fmla="*/ 515 h 644"/>
              <a:gd name="T8" fmla="*/ 516 w 1031"/>
              <a:gd name="T9" fmla="*/ 644 h 644"/>
              <a:gd name="T10" fmla="*/ 769 w 1031"/>
              <a:gd name="T11" fmla="*/ 518 h 644"/>
              <a:gd name="T12" fmla="*/ 952 w 1031"/>
              <a:gd name="T13" fmla="*/ 297 h 644"/>
              <a:gd name="T14" fmla="*/ 1030 w 1031"/>
              <a:gd name="T15" fmla="*/ 21 h 644"/>
              <a:gd name="T16" fmla="*/ 1009 w 1031"/>
              <a:gd name="T17" fmla="*/ 4 h 644"/>
              <a:gd name="T18" fmla="*/ 661 w 1031"/>
              <a:gd name="T19" fmla="*/ 118 h 644"/>
              <a:gd name="T20" fmla="*/ 370 w 1031"/>
              <a:gd name="T21" fmla="*/ 118 h 644"/>
              <a:gd name="T22" fmla="*/ 22 w 1031"/>
              <a:gd name="T23" fmla="*/ 4 h 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31" h="644">
                <a:moveTo>
                  <a:pt x="22" y="4"/>
                </a:moveTo>
                <a:cubicBezTo>
                  <a:pt x="11" y="0"/>
                  <a:pt x="0" y="10"/>
                  <a:pt x="1" y="21"/>
                </a:cubicBezTo>
                <a:cubicBezTo>
                  <a:pt x="11" y="122"/>
                  <a:pt x="37" y="214"/>
                  <a:pt x="78" y="295"/>
                </a:cubicBezTo>
                <a:cubicBezTo>
                  <a:pt x="122" y="381"/>
                  <a:pt x="182" y="455"/>
                  <a:pt x="259" y="515"/>
                </a:cubicBezTo>
                <a:cubicBezTo>
                  <a:pt x="370" y="603"/>
                  <a:pt x="483" y="636"/>
                  <a:pt x="516" y="644"/>
                </a:cubicBezTo>
                <a:cubicBezTo>
                  <a:pt x="548" y="636"/>
                  <a:pt x="658" y="604"/>
                  <a:pt x="769" y="518"/>
                </a:cubicBezTo>
                <a:cubicBezTo>
                  <a:pt x="846" y="458"/>
                  <a:pt x="908" y="384"/>
                  <a:pt x="952" y="297"/>
                </a:cubicBezTo>
                <a:cubicBezTo>
                  <a:pt x="993" y="216"/>
                  <a:pt x="1019" y="123"/>
                  <a:pt x="1030" y="21"/>
                </a:cubicBezTo>
                <a:cubicBezTo>
                  <a:pt x="1031" y="10"/>
                  <a:pt x="1020" y="0"/>
                  <a:pt x="1009" y="4"/>
                </a:cubicBezTo>
                <a:cubicBezTo>
                  <a:pt x="661" y="118"/>
                  <a:pt x="661" y="118"/>
                  <a:pt x="661" y="118"/>
                </a:cubicBezTo>
                <a:cubicBezTo>
                  <a:pt x="566" y="149"/>
                  <a:pt x="465" y="149"/>
                  <a:pt x="370" y="118"/>
                </a:cubicBezTo>
                <a:lnTo>
                  <a:pt x="22" y="4"/>
                </a:lnTo>
                <a:close/>
              </a:path>
            </a:pathLst>
          </a:custGeom>
          <a:solidFill>
            <a:srgbClr val="EDCD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parte inferior com areia">
            <a:extLst>
              <a:ext uri="{FF2B5EF4-FFF2-40B4-BE49-F238E27FC236}">
                <a16:creationId xmlns:a16="http://schemas.microsoft.com/office/drawing/2014/main" id="{C637C69E-14B6-41D7-9607-E8E872D17F83}"/>
              </a:ext>
            </a:extLst>
          </p:cNvPr>
          <p:cNvSpPr>
            <a:spLocks/>
          </p:cNvSpPr>
          <p:nvPr/>
        </p:nvSpPr>
        <p:spPr bwMode="auto">
          <a:xfrm>
            <a:off x="9208454" y="4027361"/>
            <a:ext cx="2417763" cy="1058863"/>
          </a:xfrm>
          <a:custGeom>
            <a:avLst/>
            <a:gdLst>
              <a:gd name="T0" fmla="*/ 0 w 1523"/>
              <a:gd name="T1" fmla="*/ 667 h 667"/>
              <a:gd name="T2" fmla="*/ 763 w 1523"/>
              <a:gd name="T3" fmla="*/ 0 h 667"/>
              <a:gd name="T4" fmla="*/ 1523 w 1523"/>
              <a:gd name="T5" fmla="*/ 667 h 667"/>
              <a:gd name="T6" fmla="*/ 0 w 1523"/>
              <a:gd name="T7" fmla="*/ 667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23" h="667">
                <a:moveTo>
                  <a:pt x="0" y="667"/>
                </a:moveTo>
                <a:lnTo>
                  <a:pt x="763" y="0"/>
                </a:lnTo>
                <a:lnTo>
                  <a:pt x="1523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EDCD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conector reto">
            <a:extLst>
              <a:ext uri="{FF2B5EF4-FFF2-40B4-BE49-F238E27FC236}">
                <a16:creationId xmlns:a16="http://schemas.microsoft.com/office/drawing/2014/main" id="{ECB76C80-CE0D-416D-BF49-36B5AD927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5267" y="2824830"/>
            <a:ext cx="87313" cy="2259807"/>
          </a:xfrm>
          <a:prstGeom prst="rect">
            <a:avLst/>
          </a:prstGeom>
          <a:solidFill>
            <a:srgbClr val="EDCD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8209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" dur="60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59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6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0000"/>
                            </p:stCondLst>
                            <p:childTnLst>
                              <p:par>
                                <p:cTn id="15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0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  <p:bldP spid="20" grpId="0" animBg="1"/>
      <p:bldP spid="20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ço Reservado para Texto 17"/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pt-BR"/>
              <a:t>10</a:t>
            </a:r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100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058D567-2B4A-3854-99DB-E8EA10C82175}"/>
              </a:ext>
            </a:extLst>
          </p:cNvPr>
          <p:cNvSpPr txBox="1"/>
          <p:nvPr/>
        </p:nvSpPr>
        <p:spPr>
          <a:xfrm>
            <a:off x="2720590" y="2985589"/>
            <a:ext cx="75226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/>
              <a:t>Resposta: Modelo Cascata (</a:t>
            </a:r>
            <a:r>
              <a:rPr lang="pt-BR" sz="3600" dirty="0" err="1"/>
              <a:t>Waterfall</a:t>
            </a:r>
            <a:r>
              <a:rPr lang="pt-BR" sz="36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923697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ço Reservado para Texto 17"/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pt-BR"/>
              <a:t>20</a:t>
            </a:r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200</a:t>
            </a:r>
          </a:p>
        </p:txBody>
      </p:sp>
      <p:sp>
        <p:nvSpPr>
          <p:cNvPr id="7" name="Espaço Reservado para Texto 7">
            <a:extLst>
              <a:ext uri="{FF2B5EF4-FFF2-40B4-BE49-F238E27FC236}">
                <a16:creationId xmlns:a16="http://schemas.microsoft.com/office/drawing/2014/main" id="{8FDA7531-CDE7-400F-9105-9BE22157061E}"/>
              </a:ext>
            </a:extLst>
          </p:cNvPr>
          <p:cNvSpPr txBox="1">
            <a:spLocks/>
          </p:cNvSpPr>
          <p:nvPr/>
        </p:nvSpPr>
        <p:spPr>
          <a:xfrm>
            <a:off x="1841679" y="1873957"/>
            <a:ext cx="6507842" cy="20018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600" dirty="0"/>
              <a:t>Qual a característica principal do modelo Cascata?</a:t>
            </a:r>
            <a:endParaRPr lang="en-US" sz="3600" dirty="0"/>
          </a:p>
        </p:txBody>
      </p:sp>
      <p:grpSp>
        <p:nvGrpSpPr>
          <p:cNvPr id="9" name="botão: iniciar temporizador">
            <a:extLst>
              <a:ext uri="{FF2B5EF4-FFF2-40B4-BE49-F238E27FC236}">
                <a16:creationId xmlns:a16="http://schemas.microsoft.com/office/drawing/2014/main" id="{4661933A-9FFF-4A21-9EB6-F3497427A01D}"/>
              </a:ext>
            </a:extLst>
          </p:cNvPr>
          <p:cNvGrpSpPr/>
          <p:nvPr/>
        </p:nvGrpSpPr>
        <p:grpSpPr>
          <a:xfrm>
            <a:off x="5417504" y="4575187"/>
            <a:ext cx="2636838" cy="799962"/>
            <a:chOff x="1332706" y="185859"/>
            <a:chExt cx="2636838" cy="799962"/>
          </a:xfrm>
        </p:grpSpPr>
        <p:sp>
          <p:nvSpPr>
            <p:cNvPr id="10" name="Retângulo arredondado 12">
              <a:extLst>
                <a:ext uri="{FF2B5EF4-FFF2-40B4-BE49-F238E27FC236}">
                  <a16:creationId xmlns:a16="http://schemas.microsoft.com/office/drawing/2014/main" id="{6FE01FC7-0B1A-4A98-BB7E-4B798BC21700}"/>
                </a:ext>
              </a:extLst>
            </p:cNvPr>
            <p:cNvSpPr/>
            <p:nvPr/>
          </p:nvSpPr>
          <p:spPr>
            <a:xfrm>
              <a:off x="1332706" y="288262"/>
              <a:ext cx="2636838" cy="69755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" name="Retângulo arredondado 13">
              <a:extLst>
                <a:ext uri="{FF2B5EF4-FFF2-40B4-BE49-F238E27FC236}">
                  <a16:creationId xmlns:a16="http://schemas.microsoft.com/office/drawing/2014/main" id="{B6F568B8-4D5F-4FD3-BA25-64F4C1101973}"/>
                </a:ext>
              </a:extLst>
            </p:cNvPr>
            <p:cNvSpPr/>
            <p:nvPr/>
          </p:nvSpPr>
          <p:spPr>
            <a:xfrm>
              <a:off x="1332706" y="185859"/>
              <a:ext cx="2636838" cy="69755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INICIAR TEMPORIZADOR</a:t>
              </a:r>
            </a:p>
          </p:txBody>
        </p:sp>
      </p:grpSp>
      <p:grpSp>
        <p:nvGrpSpPr>
          <p:cNvPr id="12" name="o tempo acabou">
            <a:extLst>
              <a:ext uri="{FF2B5EF4-FFF2-40B4-BE49-F238E27FC236}">
                <a16:creationId xmlns:a16="http://schemas.microsoft.com/office/drawing/2014/main" id="{13A17CC0-7C4B-4C72-A548-E66F9A4951C6}"/>
              </a:ext>
            </a:extLst>
          </p:cNvPr>
          <p:cNvGrpSpPr/>
          <p:nvPr/>
        </p:nvGrpSpPr>
        <p:grpSpPr>
          <a:xfrm>
            <a:off x="5417504" y="4575187"/>
            <a:ext cx="2636838" cy="799962"/>
            <a:chOff x="4321176" y="185859"/>
            <a:chExt cx="2636838" cy="799962"/>
          </a:xfrm>
        </p:grpSpPr>
        <p:sp>
          <p:nvSpPr>
            <p:cNvPr id="13" name="Retângulo arredondado 15">
              <a:extLst>
                <a:ext uri="{FF2B5EF4-FFF2-40B4-BE49-F238E27FC236}">
                  <a16:creationId xmlns:a16="http://schemas.microsoft.com/office/drawing/2014/main" id="{50E1E92A-0FD7-4770-91FF-34350CD5A1A4}"/>
                </a:ext>
              </a:extLst>
            </p:cNvPr>
            <p:cNvSpPr/>
            <p:nvPr/>
          </p:nvSpPr>
          <p:spPr>
            <a:xfrm>
              <a:off x="4321176" y="288262"/>
              <a:ext cx="2636838" cy="69755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4" name="Retângulo arredondado 16">
              <a:extLst>
                <a:ext uri="{FF2B5EF4-FFF2-40B4-BE49-F238E27FC236}">
                  <a16:creationId xmlns:a16="http://schemas.microsoft.com/office/drawing/2014/main" id="{877FD163-0C5C-4360-B33C-C6AF9E2B4C1C}"/>
                </a:ext>
              </a:extLst>
            </p:cNvPr>
            <p:cNvSpPr/>
            <p:nvPr/>
          </p:nvSpPr>
          <p:spPr>
            <a:xfrm>
              <a:off x="4321176" y="185859"/>
              <a:ext cx="2636838" cy="69755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 TEMPO ACABOU!</a:t>
              </a:r>
            </a:p>
          </p:txBody>
        </p:sp>
      </p:grpSp>
      <p:sp>
        <p:nvSpPr>
          <p:cNvPr id="15" name="AutoForma 3">
            <a:extLst>
              <a:ext uri="{FF2B5EF4-FFF2-40B4-BE49-F238E27FC236}">
                <a16:creationId xmlns:a16="http://schemas.microsoft.com/office/drawing/2014/main" id="{7AAECF02-0C12-4A01-8AB6-A3D54BE4D6AC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8906829" y="417386"/>
            <a:ext cx="3019425" cy="495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orma Livre 3">
            <a:extLst>
              <a:ext uri="{FF2B5EF4-FFF2-40B4-BE49-F238E27FC236}">
                <a16:creationId xmlns:a16="http://schemas.microsoft.com/office/drawing/2014/main" id="{D2C391FD-F25D-435C-9F2E-387D7ACB6CDE}"/>
              </a:ext>
            </a:extLst>
          </p:cNvPr>
          <p:cNvSpPr>
            <a:spLocks/>
          </p:cNvSpPr>
          <p:nvPr/>
        </p:nvSpPr>
        <p:spPr bwMode="auto">
          <a:xfrm>
            <a:off x="9103679" y="704724"/>
            <a:ext cx="2628900" cy="4381500"/>
          </a:xfrm>
          <a:custGeom>
            <a:avLst/>
            <a:gdLst>
              <a:gd name="T0" fmla="*/ 1131 w 1131"/>
              <a:gd name="T1" fmla="*/ 0 h 1887"/>
              <a:gd name="T2" fmla="*/ 0 w 1131"/>
              <a:gd name="T3" fmla="*/ 0 h 1887"/>
              <a:gd name="T4" fmla="*/ 0 w 1131"/>
              <a:gd name="T5" fmla="*/ 194 h 1887"/>
              <a:gd name="T6" fmla="*/ 460 w 1131"/>
              <a:gd name="T7" fmla="*/ 934 h 1887"/>
              <a:gd name="T8" fmla="*/ 460 w 1131"/>
              <a:gd name="T9" fmla="*/ 954 h 1887"/>
              <a:gd name="T10" fmla="*/ 0 w 1131"/>
              <a:gd name="T11" fmla="*/ 1694 h 1887"/>
              <a:gd name="T12" fmla="*/ 0 w 1131"/>
              <a:gd name="T13" fmla="*/ 1887 h 1887"/>
              <a:gd name="T14" fmla="*/ 1131 w 1131"/>
              <a:gd name="T15" fmla="*/ 1887 h 1887"/>
              <a:gd name="T16" fmla="*/ 1131 w 1131"/>
              <a:gd name="T17" fmla="*/ 1694 h 1887"/>
              <a:gd name="T18" fmla="*/ 671 w 1131"/>
              <a:gd name="T19" fmla="*/ 954 h 1887"/>
              <a:gd name="T20" fmla="*/ 671 w 1131"/>
              <a:gd name="T21" fmla="*/ 934 h 1887"/>
              <a:gd name="T22" fmla="*/ 1131 w 1131"/>
              <a:gd name="T23" fmla="*/ 194 h 1887"/>
              <a:gd name="T24" fmla="*/ 1131 w 1131"/>
              <a:gd name="T25" fmla="*/ 0 h 18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31" h="1887">
                <a:moveTo>
                  <a:pt x="11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94"/>
                  <a:pt x="0" y="194"/>
                  <a:pt x="0" y="194"/>
                </a:cubicBezTo>
                <a:cubicBezTo>
                  <a:pt x="0" y="675"/>
                  <a:pt x="297" y="865"/>
                  <a:pt x="460" y="934"/>
                </a:cubicBezTo>
                <a:cubicBezTo>
                  <a:pt x="469" y="937"/>
                  <a:pt x="469" y="950"/>
                  <a:pt x="460" y="954"/>
                </a:cubicBezTo>
                <a:cubicBezTo>
                  <a:pt x="297" y="1022"/>
                  <a:pt x="0" y="1212"/>
                  <a:pt x="0" y="1694"/>
                </a:cubicBezTo>
                <a:cubicBezTo>
                  <a:pt x="0" y="1887"/>
                  <a:pt x="0" y="1887"/>
                  <a:pt x="0" y="1887"/>
                </a:cubicBezTo>
                <a:cubicBezTo>
                  <a:pt x="1131" y="1887"/>
                  <a:pt x="1131" y="1887"/>
                  <a:pt x="1131" y="1887"/>
                </a:cubicBezTo>
                <a:cubicBezTo>
                  <a:pt x="1131" y="1694"/>
                  <a:pt x="1131" y="1694"/>
                  <a:pt x="1131" y="1694"/>
                </a:cubicBezTo>
                <a:cubicBezTo>
                  <a:pt x="1131" y="1212"/>
                  <a:pt x="834" y="1022"/>
                  <a:pt x="671" y="954"/>
                </a:cubicBezTo>
                <a:cubicBezTo>
                  <a:pt x="661" y="950"/>
                  <a:pt x="661" y="937"/>
                  <a:pt x="671" y="934"/>
                </a:cubicBezTo>
                <a:cubicBezTo>
                  <a:pt x="834" y="865"/>
                  <a:pt x="1131" y="675"/>
                  <a:pt x="1131" y="194"/>
                </a:cubicBezTo>
                <a:cubicBezTo>
                  <a:pt x="1131" y="0"/>
                  <a:pt x="1131" y="0"/>
                  <a:pt x="1131" y="0"/>
                </a:cubicBezTo>
              </a:path>
            </a:pathLst>
          </a:custGeom>
          <a:solidFill>
            <a:srgbClr val="F5F5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orma Livre 4">
            <a:extLst>
              <a:ext uri="{FF2B5EF4-FFF2-40B4-BE49-F238E27FC236}">
                <a16:creationId xmlns:a16="http://schemas.microsoft.com/office/drawing/2014/main" id="{3F9A95EF-F42B-443A-B5FD-D36AD436DF39}"/>
              </a:ext>
            </a:extLst>
          </p:cNvPr>
          <p:cNvSpPr>
            <a:spLocks/>
          </p:cNvSpPr>
          <p:nvPr/>
        </p:nvSpPr>
        <p:spPr bwMode="auto">
          <a:xfrm>
            <a:off x="8908417" y="418974"/>
            <a:ext cx="3019425" cy="285750"/>
          </a:xfrm>
          <a:custGeom>
            <a:avLst/>
            <a:gdLst>
              <a:gd name="T0" fmla="*/ 1262 w 1299"/>
              <a:gd name="T1" fmla="*/ 0 h 123"/>
              <a:gd name="T2" fmla="*/ 36 w 1299"/>
              <a:gd name="T3" fmla="*/ 0 h 123"/>
              <a:gd name="T4" fmla="*/ 0 w 1299"/>
              <a:gd name="T5" fmla="*/ 36 h 123"/>
              <a:gd name="T6" fmla="*/ 0 w 1299"/>
              <a:gd name="T7" fmla="*/ 86 h 123"/>
              <a:gd name="T8" fmla="*/ 36 w 1299"/>
              <a:gd name="T9" fmla="*/ 123 h 123"/>
              <a:gd name="T10" fmla="*/ 1262 w 1299"/>
              <a:gd name="T11" fmla="*/ 123 h 123"/>
              <a:gd name="T12" fmla="*/ 1299 w 1299"/>
              <a:gd name="T13" fmla="*/ 86 h 123"/>
              <a:gd name="T14" fmla="*/ 1299 w 1299"/>
              <a:gd name="T15" fmla="*/ 36 h 123"/>
              <a:gd name="T16" fmla="*/ 1262 w 1299"/>
              <a:gd name="T17" fmla="*/ 0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9" h="123">
                <a:moveTo>
                  <a:pt x="1262" y="0"/>
                </a:moveTo>
                <a:cubicBezTo>
                  <a:pt x="36" y="0"/>
                  <a:pt x="36" y="0"/>
                  <a:pt x="36" y="0"/>
                </a:cubicBezTo>
                <a:cubicBezTo>
                  <a:pt x="16" y="0"/>
                  <a:pt x="0" y="16"/>
                  <a:pt x="0" y="36"/>
                </a:cubicBezTo>
                <a:cubicBezTo>
                  <a:pt x="0" y="86"/>
                  <a:pt x="0" y="86"/>
                  <a:pt x="0" y="86"/>
                </a:cubicBezTo>
                <a:cubicBezTo>
                  <a:pt x="0" y="107"/>
                  <a:pt x="16" y="123"/>
                  <a:pt x="36" y="123"/>
                </a:cubicBezTo>
                <a:cubicBezTo>
                  <a:pt x="1262" y="123"/>
                  <a:pt x="1262" y="123"/>
                  <a:pt x="1262" y="123"/>
                </a:cubicBezTo>
                <a:cubicBezTo>
                  <a:pt x="1283" y="123"/>
                  <a:pt x="1299" y="107"/>
                  <a:pt x="1299" y="86"/>
                </a:cubicBezTo>
                <a:cubicBezTo>
                  <a:pt x="1299" y="36"/>
                  <a:pt x="1299" y="36"/>
                  <a:pt x="1299" y="36"/>
                </a:cubicBezTo>
                <a:cubicBezTo>
                  <a:pt x="1299" y="16"/>
                  <a:pt x="1283" y="0"/>
                  <a:pt x="1262" y="0"/>
                </a:cubicBezTo>
                <a:close/>
              </a:path>
            </a:pathLst>
          </a:custGeom>
          <a:solidFill>
            <a:srgbClr val="8C623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Forma livre 5">
            <a:extLst>
              <a:ext uri="{FF2B5EF4-FFF2-40B4-BE49-F238E27FC236}">
                <a16:creationId xmlns:a16="http://schemas.microsoft.com/office/drawing/2014/main" id="{82B750D0-8D28-48FA-8E81-051C9CD4B332}"/>
              </a:ext>
            </a:extLst>
          </p:cNvPr>
          <p:cNvSpPr>
            <a:spLocks/>
          </p:cNvSpPr>
          <p:nvPr/>
        </p:nvSpPr>
        <p:spPr bwMode="auto">
          <a:xfrm>
            <a:off x="8908417" y="5086224"/>
            <a:ext cx="3019425" cy="288925"/>
          </a:xfrm>
          <a:custGeom>
            <a:avLst/>
            <a:gdLst>
              <a:gd name="T0" fmla="*/ 1262 w 1299"/>
              <a:gd name="T1" fmla="*/ 0 h 124"/>
              <a:gd name="T2" fmla="*/ 36 w 1299"/>
              <a:gd name="T3" fmla="*/ 0 h 124"/>
              <a:gd name="T4" fmla="*/ 0 w 1299"/>
              <a:gd name="T5" fmla="*/ 37 h 124"/>
              <a:gd name="T6" fmla="*/ 0 w 1299"/>
              <a:gd name="T7" fmla="*/ 87 h 124"/>
              <a:gd name="T8" fmla="*/ 36 w 1299"/>
              <a:gd name="T9" fmla="*/ 124 h 124"/>
              <a:gd name="T10" fmla="*/ 1262 w 1299"/>
              <a:gd name="T11" fmla="*/ 124 h 124"/>
              <a:gd name="T12" fmla="*/ 1299 w 1299"/>
              <a:gd name="T13" fmla="*/ 87 h 124"/>
              <a:gd name="T14" fmla="*/ 1299 w 1299"/>
              <a:gd name="T15" fmla="*/ 37 h 124"/>
              <a:gd name="T16" fmla="*/ 1262 w 1299"/>
              <a:gd name="T17" fmla="*/ 0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9" h="124">
                <a:moveTo>
                  <a:pt x="1262" y="0"/>
                </a:moveTo>
                <a:cubicBezTo>
                  <a:pt x="36" y="0"/>
                  <a:pt x="36" y="0"/>
                  <a:pt x="36" y="0"/>
                </a:cubicBezTo>
                <a:cubicBezTo>
                  <a:pt x="16" y="0"/>
                  <a:pt x="0" y="17"/>
                  <a:pt x="0" y="37"/>
                </a:cubicBezTo>
                <a:cubicBezTo>
                  <a:pt x="0" y="87"/>
                  <a:pt x="0" y="87"/>
                  <a:pt x="0" y="87"/>
                </a:cubicBezTo>
                <a:cubicBezTo>
                  <a:pt x="0" y="107"/>
                  <a:pt x="16" y="124"/>
                  <a:pt x="36" y="124"/>
                </a:cubicBezTo>
                <a:cubicBezTo>
                  <a:pt x="1262" y="124"/>
                  <a:pt x="1262" y="124"/>
                  <a:pt x="1262" y="124"/>
                </a:cubicBezTo>
                <a:cubicBezTo>
                  <a:pt x="1283" y="124"/>
                  <a:pt x="1299" y="107"/>
                  <a:pt x="1299" y="87"/>
                </a:cubicBezTo>
                <a:cubicBezTo>
                  <a:pt x="1299" y="37"/>
                  <a:pt x="1299" y="37"/>
                  <a:pt x="1299" y="37"/>
                </a:cubicBezTo>
                <a:cubicBezTo>
                  <a:pt x="1299" y="17"/>
                  <a:pt x="1283" y="0"/>
                  <a:pt x="1262" y="0"/>
                </a:cubicBezTo>
                <a:close/>
              </a:path>
            </a:pathLst>
          </a:custGeom>
          <a:solidFill>
            <a:srgbClr val="8C623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orma Livre 6">
            <a:extLst>
              <a:ext uri="{FF2B5EF4-FFF2-40B4-BE49-F238E27FC236}">
                <a16:creationId xmlns:a16="http://schemas.microsoft.com/office/drawing/2014/main" id="{D41F3002-FBC4-48EA-9320-AFAEF84E0CEA}"/>
              </a:ext>
            </a:extLst>
          </p:cNvPr>
          <p:cNvSpPr>
            <a:spLocks/>
          </p:cNvSpPr>
          <p:nvPr/>
        </p:nvSpPr>
        <p:spPr bwMode="auto">
          <a:xfrm>
            <a:off x="8908417" y="5202111"/>
            <a:ext cx="3019425" cy="173038"/>
          </a:xfrm>
          <a:custGeom>
            <a:avLst/>
            <a:gdLst>
              <a:gd name="T0" fmla="*/ 1262 w 1299"/>
              <a:gd name="T1" fmla="*/ 36 h 74"/>
              <a:gd name="T2" fmla="*/ 36 w 1299"/>
              <a:gd name="T3" fmla="*/ 36 h 74"/>
              <a:gd name="T4" fmla="*/ 0 w 1299"/>
              <a:gd name="T5" fmla="*/ 0 h 74"/>
              <a:gd name="T6" fmla="*/ 0 w 1299"/>
              <a:gd name="T7" fmla="*/ 37 h 74"/>
              <a:gd name="T8" fmla="*/ 36 w 1299"/>
              <a:gd name="T9" fmla="*/ 74 h 74"/>
              <a:gd name="T10" fmla="*/ 1262 w 1299"/>
              <a:gd name="T11" fmla="*/ 74 h 74"/>
              <a:gd name="T12" fmla="*/ 1299 w 1299"/>
              <a:gd name="T13" fmla="*/ 37 h 74"/>
              <a:gd name="T14" fmla="*/ 1299 w 1299"/>
              <a:gd name="T15" fmla="*/ 0 h 74"/>
              <a:gd name="T16" fmla="*/ 1262 w 1299"/>
              <a:gd name="T17" fmla="*/ 36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9" h="74">
                <a:moveTo>
                  <a:pt x="1262" y="36"/>
                </a:moveTo>
                <a:cubicBezTo>
                  <a:pt x="36" y="36"/>
                  <a:pt x="36" y="36"/>
                  <a:pt x="36" y="36"/>
                </a:cubicBezTo>
                <a:cubicBezTo>
                  <a:pt x="16" y="36"/>
                  <a:pt x="0" y="20"/>
                  <a:pt x="0" y="0"/>
                </a:cubicBezTo>
                <a:cubicBezTo>
                  <a:pt x="0" y="37"/>
                  <a:pt x="0" y="37"/>
                  <a:pt x="0" y="37"/>
                </a:cubicBezTo>
                <a:cubicBezTo>
                  <a:pt x="0" y="57"/>
                  <a:pt x="16" y="74"/>
                  <a:pt x="36" y="74"/>
                </a:cubicBezTo>
                <a:cubicBezTo>
                  <a:pt x="1262" y="74"/>
                  <a:pt x="1262" y="74"/>
                  <a:pt x="1262" y="74"/>
                </a:cubicBezTo>
                <a:cubicBezTo>
                  <a:pt x="1283" y="74"/>
                  <a:pt x="1299" y="57"/>
                  <a:pt x="1299" y="37"/>
                </a:cubicBezTo>
                <a:cubicBezTo>
                  <a:pt x="1299" y="0"/>
                  <a:pt x="1299" y="0"/>
                  <a:pt x="1299" y="0"/>
                </a:cubicBezTo>
                <a:cubicBezTo>
                  <a:pt x="1299" y="20"/>
                  <a:pt x="1283" y="36"/>
                  <a:pt x="1262" y="36"/>
                </a:cubicBezTo>
                <a:close/>
              </a:path>
            </a:pathLst>
          </a:custGeom>
          <a:solidFill>
            <a:srgbClr val="855C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parte superior com areia">
            <a:extLst>
              <a:ext uri="{FF2B5EF4-FFF2-40B4-BE49-F238E27FC236}">
                <a16:creationId xmlns:a16="http://schemas.microsoft.com/office/drawing/2014/main" id="{D5AF523B-A482-4BD3-9FBD-C1E12475A525}"/>
              </a:ext>
            </a:extLst>
          </p:cNvPr>
          <p:cNvSpPr>
            <a:spLocks/>
          </p:cNvSpPr>
          <p:nvPr/>
        </p:nvSpPr>
        <p:spPr bwMode="auto">
          <a:xfrm>
            <a:off x="9221154" y="1352424"/>
            <a:ext cx="2395538" cy="1495425"/>
          </a:xfrm>
          <a:custGeom>
            <a:avLst/>
            <a:gdLst>
              <a:gd name="T0" fmla="*/ 22 w 1031"/>
              <a:gd name="T1" fmla="*/ 4 h 644"/>
              <a:gd name="T2" fmla="*/ 1 w 1031"/>
              <a:gd name="T3" fmla="*/ 21 h 644"/>
              <a:gd name="T4" fmla="*/ 78 w 1031"/>
              <a:gd name="T5" fmla="*/ 295 h 644"/>
              <a:gd name="T6" fmla="*/ 259 w 1031"/>
              <a:gd name="T7" fmla="*/ 515 h 644"/>
              <a:gd name="T8" fmla="*/ 516 w 1031"/>
              <a:gd name="T9" fmla="*/ 644 h 644"/>
              <a:gd name="T10" fmla="*/ 769 w 1031"/>
              <a:gd name="T11" fmla="*/ 518 h 644"/>
              <a:gd name="T12" fmla="*/ 952 w 1031"/>
              <a:gd name="T13" fmla="*/ 297 h 644"/>
              <a:gd name="T14" fmla="*/ 1030 w 1031"/>
              <a:gd name="T15" fmla="*/ 21 h 644"/>
              <a:gd name="T16" fmla="*/ 1009 w 1031"/>
              <a:gd name="T17" fmla="*/ 4 h 644"/>
              <a:gd name="T18" fmla="*/ 661 w 1031"/>
              <a:gd name="T19" fmla="*/ 118 h 644"/>
              <a:gd name="T20" fmla="*/ 370 w 1031"/>
              <a:gd name="T21" fmla="*/ 118 h 644"/>
              <a:gd name="T22" fmla="*/ 22 w 1031"/>
              <a:gd name="T23" fmla="*/ 4 h 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31" h="644">
                <a:moveTo>
                  <a:pt x="22" y="4"/>
                </a:moveTo>
                <a:cubicBezTo>
                  <a:pt x="11" y="0"/>
                  <a:pt x="0" y="10"/>
                  <a:pt x="1" y="21"/>
                </a:cubicBezTo>
                <a:cubicBezTo>
                  <a:pt x="11" y="122"/>
                  <a:pt x="37" y="214"/>
                  <a:pt x="78" y="295"/>
                </a:cubicBezTo>
                <a:cubicBezTo>
                  <a:pt x="122" y="381"/>
                  <a:pt x="182" y="455"/>
                  <a:pt x="259" y="515"/>
                </a:cubicBezTo>
                <a:cubicBezTo>
                  <a:pt x="370" y="603"/>
                  <a:pt x="483" y="636"/>
                  <a:pt x="516" y="644"/>
                </a:cubicBezTo>
                <a:cubicBezTo>
                  <a:pt x="548" y="636"/>
                  <a:pt x="658" y="604"/>
                  <a:pt x="769" y="518"/>
                </a:cubicBezTo>
                <a:cubicBezTo>
                  <a:pt x="846" y="458"/>
                  <a:pt x="908" y="384"/>
                  <a:pt x="952" y="297"/>
                </a:cubicBezTo>
                <a:cubicBezTo>
                  <a:pt x="993" y="216"/>
                  <a:pt x="1019" y="123"/>
                  <a:pt x="1030" y="21"/>
                </a:cubicBezTo>
                <a:cubicBezTo>
                  <a:pt x="1031" y="10"/>
                  <a:pt x="1020" y="0"/>
                  <a:pt x="1009" y="4"/>
                </a:cubicBezTo>
                <a:cubicBezTo>
                  <a:pt x="661" y="118"/>
                  <a:pt x="661" y="118"/>
                  <a:pt x="661" y="118"/>
                </a:cubicBezTo>
                <a:cubicBezTo>
                  <a:pt x="566" y="149"/>
                  <a:pt x="465" y="149"/>
                  <a:pt x="370" y="118"/>
                </a:cubicBezTo>
                <a:lnTo>
                  <a:pt x="22" y="4"/>
                </a:lnTo>
                <a:close/>
              </a:path>
            </a:pathLst>
          </a:custGeom>
          <a:solidFill>
            <a:srgbClr val="EDCD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parte inferior com areia">
            <a:extLst>
              <a:ext uri="{FF2B5EF4-FFF2-40B4-BE49-F238E27FC236}">
                <a16:creationId xmlns:a16="http://schemas.microsoft.com/office/drawing/2014/main" id="{768318E9-1972-4BD4-9AFC-3A1431A7359A}"/>
              </a:ext>
            </a:extLst>
          </p:cNvPr>
          <p:cNvSpPr>
            <a:spLocks/>
          </p:cNvSpPr>
          <p:nvPr/>
        </p:nvSpPr>
        <p:spPr bwMode="auto">
          <a:xfrm>
            <a:off x="9208454" y="4027361"/>
            <a:ext cx="2417763" cy="1058863"/>
          </a:xfrm>
          <a:custGeom>
            <a:avLst/>
            <a:gdLst>
              <a:gd name="T0" fmla="*/ 0 w 1523"/>
              <a:gd name="T1" fmla="*/ 667 h 667"/>
              <a:gd name="T2" fmla="*/ 763 w 1523"/>
              <a:gd name="T3" fmla="*/ 0 h 667"/>
              <a:gd name="T4" fmla="*/ 1523 w 1523"/>
              <a:gd name="T5" fmla="*/ 667 h 667"/>
              <a:gd name="T6" fmla="*/ 0 w 1523"/>
              <a:gd name="T7" fmla="*/ 667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23" h="667">
                <a:moveTo>
                  <a:pt x="0" y="667"/>
                </a:moveTo>
                <a:lnTo>
                  <a:pt x="763" y="0"/>
                </a:lnTo>
                <a:lnTo>
                  <a:pt x="1523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EDCD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conector reto">
            <a:extLst>
              <a:ext uri="{FF2B5EF4-FFF2-40B4-BE49-F238E27FC236}">
                <a16:creationId xmlns:a16="http://schemas.microsoft.com/office/drawing/2014/main" id="{F10D5A7D-D918-4B91-BA1F-8ED084121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5267" y="2824830"/>
            <a:ext cx="87313" cy="2259807"/>
          </a:xfrm>
          <a:prstGeom prst="rect">
            <a:avLst/>
          </a:prstGeom>
          <a:solidFill>
            <a:srgbClr val="EDCD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2111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" dur="60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59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60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0000"/>
                            </p:stCondLst>
                            <p:childTnLst>
                              <p:par>
                                <p:cTn id="15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0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3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ço Reservado para Texto 17"/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pt-BR"/>
              <a:t>20</a:t>
            </a:r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200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6AE4B8-AF40-B2F6-B2FD-C1CCA3163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2941" y="1799553"/>
            <a:ext cx="609173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Resposta: Sequencialidade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(uma fase só começa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quando a anterior termina).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2395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7"/>
          <p:cNvSpPr>
            <a:spLocks noGrp="1"/>
          </p:cNvSpPr>
          <p:nvPr>
            <p:ph type="body" sz="quarter" idx="13"/>
          </p:nvPr>
        </p:nvSpPr>
        <p:spPr>
          <a:xfrm>
            <a:off x="1841679" y="674744"/>
            <a:ext cx="5503501" cy="2001892"/>
          </a:xfrm>
        </p:spPr>
        <p:txBody>
          <a:bodyPr rtlCol="0"/>
          <a:lstStyle/>
          <a:p>
            <a:r>
              <a:rPr lang="pt-BR" sz="3600" dirty="0"/>
              <a:t>Qual a maior dificuldade do modelo tradicional?</a:t>
            </a:r>
            <a:endParaRPr lang="en-US" sz="3600" dirty="0"/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pt-BR"/>
              <a:t>30</a:t>
            </a:r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300</a:t>
            </a:r>
          </a:p>
        </p:txBody>
      </p:sp>
      <p:grpSp>
        <p:nvGrpSpPr>
          <p:cNvPr id="5" name="botão: iniciar temporizador">
            <a:extLst>
              <a:ext uri="{FF2B5EF4-FFF2-40B4-BE49-F238E27FC236}">
                <a16:creationId xmlns:a16="http://schemas.microsoft.com/office/drawing/2014/main" id="{B4E4B861-04A2-485E-A3CC-E165B1903274}"/>
              </a:ext>
            </a:extLst>
          </p:cNvPr>
          <p:cNvGrpSpPr/>
          <p:nvPr/>
        </p:nvGrpSpPr>
        <p:grpSpPr>
          <a:xfrm>
            <a:off x="5417504" y="4575187"/>
            <a:ext cx="2636838" cy="799962"/>
            <a:chOff x="1332706" y="185859"/>
            <a:chExt cx="2636838" cy="799962"/>
          </a:xfrm>
        </p:grpSpPr>
        <p:sp>
          <p:nvSpPr>
            <p:cNvPr id="6" name="Retângulo arredondado 12">
              <a:extLst>
                <a:ext uri="{FF2B5EF4-FFF2-40B4-BE49-F238E27FC236}">
                  <a16:creationId xmlns:a16="http://schemas.microsoft.com/office/drawing/2014/main" id="{9972B833-CF9C-4357-A632-5D4FED00E1B1}"/>
                </a:ext>
              </a:extLst>
            </p:cNvPr>
            <p:cNvSpPr/>
            <p:nvPr/>
          </p:nvSpPr>
          <p:spPr>
            <a:xfrm>
              <a:off x="1332706" y="288262"/>
              <a:ext cx="2636838" cy="69755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" name="Retângulo arredondado 13">
              <a:extLst>
                <a:ext uri="{FF2B5EF4-FFF2-40B4-BE49-F238E27FC236}">
                  <a16:creationId xmlns:a16="http://schemas.microsoft.com/office/drawing/2014/main" id="{18719EB9-8556-47DA-8342-9A40AD6ACAD4}"/>
                </a:ext>
              </a:extLst>
            </p:cNvPr>
            <p:cNvSpPr/>
            <p:nvPr/>
          </p:nvSpPr>
          <p:spPr>
            <a:xfrm>
              <a:off x="1332706" y="185859"/>
              <a:ext cx="2636838" cy="69755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INICIAR TEMPORIZADOR</a:t>
              </a:r>
            </a:p>
          </p:txBody>
        </p:sp>
      </p:grpSp>
      <p:grpSp>
        <p:nvGrpSpPr>
          <p:cNvPr id="9" name="o tempo acabou">
            <a:extLst>
              <a:ext uri="{FF2B5EF4-FFF2-40B4-BE49-F238E27FC236}">
                <a16:creationId xmlns:a16="http://schemas.microsoft.com/office/drawing/2014/main" id="{C18FB9CF-307F-49E1-AFD3-1080C4D241EA}"/>
              </a:ext>
            </a:extLst>
          </p:cNvPr>
          <p:cNvGrpSpPr/>
          <p:nvPr/>
        </p:nvGrpSpPr>
        <p:grpSpPr>
          <a:xfrm>
            <a:off x="5417504" y="4575187"/>
            <a:ext cx="2636838" cy="799962"/>
            <a:chOff x="4321176" y="185859"/>
            <a:chExt cx="2636838" cy="799962"/>
          </a:xfrm>
        </p:grpSpPr>
        <p:sp>
          <p:nvSpPr>
            <p:cNvPr id="10" name="Retângulo arredondado 15">
              <a:extLst>
                <a:ext uri="{FF2B5EF4-FFF2-40B4-BE49-F238E27FC236}">
                  <a16:creationId xmlns:a16="http://schemas.microsoft.com/office/drawing/2014/main" id="{87CAE4D2-1869-46A5-9C42-8CB624278E3A}"/>
                </a:ext>
              </a:extLst>
            </p:cNvPr>
            <p:cNvSpPr/>
            <p:nvPr/>
          </p:nvSpPr>
          <p:spPr>
            <a:xfrm>
              <a:off x="4321176" y="288262"/>
              <a:ext cx="2636838" cy="69755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" name="Retângulo arredondado 16">
              <a:extLst>
                <a:ext uri="{FF2B5EF4-FFF2-40B4-BE49-F238E27FC236}">
                  <a16:creationId xmlns:a16="http://schemas.microsoft.com/office/drawing/2014/main" id="{423ED5FD-3C2A-4B62-9287-8F825463D9D7}"/>
                </a:ext>
              </a:extLst>
            </p:cNvPr>
            <p:cNvSpPr/>
            <p:nvPr/>
          </p:nvSpPr>
          <p:spPr>
            <a:xfrm>
              <a:off x="4321176" y="185859"/>
              <a:ext cx="2636838" cy="69755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 TEMPO ACABOU!</a:t>
              </a:r>
            </a:p>
          </p:txBody>
        </p:sp>
      </p:grpSp>
      <p:sp>
        <p:nvSpPr>
          <p:cNvPr id="12" name="AutoForma 3">
            <a:extLst>
              <a:ext uri="{FF2B5EF4-FFF2-40B4-BE49-F238E27FC236}">
                <a16:creationId xmlns:a16="http://schemas.microsoft.com/office/drawing/2014/main" id="{EDDE2683-BDCD-4D8F-8702-6E709D1DF331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8906829" y="417386"/>
            <a:ext cx="3019425" cy="495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orma Livre 3">
            <a:extLst>
              <a:ext uri="{FF2B5EF4-FFF2-40B4-BE49-F238E27FC236}">
                <a16:creationId xmlns:a16="http://schemas.microsoft.com/office/drawing/2014/main" id="{12848DA7-F674-40E4-9458-D5C210A27695}"/>
              </a:ext>
            </a:extLst>
          </p:cNvPr>
          <p:cNvSpPr>
            <a:spLocks/>
          </p:cNvSpPr>
          <p:nvPr/>
        </p:nvSpPr>
        <p:spPr bwMode="auto">
          <a:xfrm>
            <a:off x="9103679" y="704724"/>
            <a:ext cx="2628900" cy="4381500"/>
          </a:xfrm>
          <a:custGeom>
            <a:avLst/>
            <a:gdLst>
              <a:gd name="T0" fmla="*/ 1131 w 1131"/>
              <a:gd name="T1" fmla="*/ 0 h 1887"/>
              <a:gd name="T2" fmla="*/ 0 w 1131"/>
              <a:gd name="T3" fmla="*/ 0 h 1887"/>
              <a:gd name="T4" fmla="*/ 0 w 1131"/>
              <a:gd name="T5" fmla="*/ 194 h 1887"/>
              <a:gd name="T6" fmla="*/ 460 w 1131"/>
              <a:gd name="T7" fmla="*/ 934 h 1887"/>
              <a:gd name="T8" fmla="*/ 460 w 1131"/>
              <a:gd name="T9" fmla="*/ 954 h 1887"/>
              <a:gd name="T10" fmla="*/ 0 w 1131"/>
              <a:gd name="T11" fmla="*/ 1694 h 1887"/>
              <a:gd name="T12" fmla="*/ 0 w 1131"/>
              <a:gd name="T13" fmla="*/ 1887 h 1887"/>
              <a:gd name="T14" fmla="*/ 1131 w 1131"/>
              <a:gd name="T15" fmla="*/ 1887 h 1887"/>
              <a:gd name="T16" fmla="*/ 1131 w 1131"/>
              <a:gd name="T17" fmla="*/ 1694 h 1887"/>
              <a:gd name="T18" fmla="*/ 671 w 1131"/>
              <a:gd name="T19" fmla="*/ 954 h 1887"/>
              <a:gd name="T20" fmla="*/ 671 w 1131"/>
              <a:gd name="T21" fmla="*/ 934 h 1887"/>
              <a:gd name="T22" fmla="*/ 1131 w 1131"/>
              <a:gd name="T23" fmla="*/ 194 h 1887"/>
              <a:gd name="T24" fmla="*/ 1131 w 1131"/>
              <a:gd name="T25" fmla="*/ 0 h 18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31" h="1887">
                <a:moveTo>
                  <a:pt x="11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94"/>
                  <a:pt x="0" y="194"/>
                  <a:pt x="0" y="194"/>
                </a:cubicBezTo>
                <a:cubicBezTo>
                  <a:pt x="0" y="675"/>
                  <a:pt x="297" y="865"/>
                  <a:pt x="460" y="934"/>
                </a:cubicBezTo>
                <a:cubicBezTo>
                  <a:pt x="469" y="937"/>
                  <a:pt x="469" y="950"/>
                  <a:pt x="460" y="954"/>
                </a:cubicBezTo>
                <a:cubicBezTo>
                  <a:pt x="297" y="1022"/>
                  <a:pt x="0" y="1212"/>
                  <a:pt x="0" y="1694"/>
                </a:cubicBezTo>
                <a:cubicBezTo>
                  <a:pt x="0" y="1887"/>
                  <a:pt x="0" y="1887"/>
                  <a:pt x="0" y="1887"/>
                </a:cubicBezTo>
                <a:cubicBezTo>
                  <a:pt x="1131" y="1887"/>
                  <a:pt x="1131" y="1887"/>
                  <a:pt x="1131" y="1887"/>
                </a:cubicBezTo>
                <a:cubicBezTo>
                  <a:pt x="1131" y="1694"/>
                  <a:pt x="1131" y="1694"/>
                  <a:pt x="1131" y="1694"/>
                </a:cubicBezTo>
                <a:cubicBezTo>
                  <a:pt x="1131" y="1212"/>
                  <a:pt x="834" y="1022"/>
                  <a:pt x="671" y="954"/>
                </a:cubicBezTo>
                <a:cubicBezTo>
                  <a:pt x="661" y="950"/>
                  <a:pt x="661" y="937"/>
                  <a:pt x="671" y="934"/>
                </a:cubicBezTo>
                <a:cubicBezTo>
                  <a:pt x="834" y="865"/>
                  <a:pt x="1131" y="675"/>
                  <a:pt x="1131" y="194"/>
                </a:cubicBezTo>
                <a:cubicBezTo>
                  <a:pt x="1131" y="0"/>
                  <a:pt x="1131" y="0"/>
                  <a:pt x="1131" y="0"/>
                </a:cubicBezTo>
              </a:path>
            </a:pathLst>
          </a:custGeom>
          <a:solidFill>
            <a:srgbClr val="F5F5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orma Livre 4">
            <a:extLst>
              <a:ext uri="{FF2B5EF4-FFF2-40B4-BE49-F238E27FC236}">
                <a16:creationId xmlns:a16="http://schemas.microsoft.com/office/drawing/2014/main" id="{7D963C48-4A3E-44D6-8B57-C5082640A2C0}"/>
              </a:ext>
            </a:extLst>
          </p:cNvPr>
          <p:cNvSpPr>
            <a:spLocks/>
          </p:cNvSpPr>
          <p:nvPr/>
        </p:nvSpPr>
        <p:spPr bwMode="auto">
          <a:xfrm>
            <a:off x="8908417" y="418974"/>
            <a:ext cx="3019425" cy="285750"/>
          </a:xfrm>
          <a:custGeom>
            <a:avLst/>
            <a:gdLst>
              <a:gd name="T0" fmla="*/ 1262 w 1299"/>
              <a:gd name="T1" fmla="*/ 0 h 123"/>
              <a:gd name="T2" fmla="*/ 36 w 1299"/>
              <a:gd name="T3" fmla="*/ 0 h 123"/>
              <a:gd name="T4" fmla="*/ 0 w 1299"/>
              <a:gd name="T5" fmla="*/ 36 h 123"/>
              <a:gd name="T6" fmla="*/ 0 w 1299"/>
              <a:gd name="T7" fmla="*/ 86 h 123"/>
              <a:gd name="T8" fmla="*/ 36 w 1299"/>
              <a:gd name="T9" fmla="*/ 123 h 123"/>
              <a:gd name="T10" fmla="*/ 1262 w 1299"/>
              <a:gd name="T11" fmla="*/ 123 h 123"/>
              <a:gd name="T12" fmla="*/ 1299 w 1299"/>
              <a:gd name="T13" fmla="*/ 86 h 123"/>
              <a:gd name="T14" fmla="*/ 1299 w 1299"/>
              <a:gd name="T15" fmla="*/ 36 h 123"/>
              <a:gd name="T16" fmla="*/ 1262 w 1299"/>
              <a:gd name="T17" fmla="*/ 0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9" h="123">
                <a:moveTo>
                  <a:pt x="1262" y="0"/>
                </a:moveTo>
                <a:cubicBezTo>
                  <a:pt x="36" y="0"/>
                  <a:pt x="36" y="0"/>
                  <a:pt x="36" y="0"/>
                </a:cubicBezTo>
                <a:cubicBezTo>
                  <a:pt x="16" y="0"/>
                  <a:pt x="0" y="16"/>
                  <a:pt x="0" y="36"/>
                </a:cubicBezTo>
                <a:cubicBezTo>
                  <a:pt x="0" y="86"/>
                  <a:pt x="0" y="86"/>
                  <a:pt x="0" y="86"/>
                </a:cubicBezTo>
                <a:cubicBezTo>
                  <a:pt x="0" y="107"/>
                  <a:pt x="16" y="123"/>
                  <a:pt x="36" y="123"/>
                </a:cubicBezTo>
                <a:cubicBezTo>
                  <a:pt x="1262" y="123"/>
                  <a:pt x="1262" y="123"/>
                  <a:pt x="1262" y="123"/>
                </a:cubicBezTo>
                <a:cubicBezTo>
                  <a:pt x="1283" y="123"/>
                  <a:pt x="1299" y="107"/>
                  <a:pt x="1299" y="86"/>
                </a:cubicBezTo>
                <a:cubicBezTo>
                  <a:pt x="1299" y="36"/>
                  <a:pt x="1299" y="36"/>
                  <a:pt x="1299" y="36"/>
                </a:cubicBezTo>
                <a:cubicBezTo>
                  <a:pt x="1299" y="16"/>
                  <a:pt x="1283" y="0"/>
                  <a:pt x="1262" y="0"/>
                </a:cubicBezTo>
                <a:close/>
              </a:path>
            </a:pathLst>
          </a:custGeom>
          <a:solidFill>
            <a:srgbClr val="8C623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Forma livre 5">
            <a:extLst>
              <a:ext uri="{FF2B5EF4-FFF2-40B4-BE49-F238E27FC236}">
                <a16:creationId xmlns:a16="http://schemas.microsoft.com/office/drawing/2014/main" id="{2AEAA238-4402-41B9-9599-E02A60DBF14C}"/>
              </a:ext>
            </a:extLst>
          </p:cNvPr>
          <p:cNvSpPr>
            <a:spLocks/>
          </p:cNvSpPr>
          <p:nvPr/>
        </p:nvSpPr>
        <p:spPr bwMode="auto">
          <a:xfrm>
            <a:off x="8908417" y="5086224"/>
            <a:ext cx="3019425" cy="288925"/>
          </a:xfrm>
          <a:custGeom>
            <a:avLst/>
            <a:gdLst>
              <a:gd name="T0" fmla="*/ 1262 w 1299"/>
              <a:gd name="T1" fmla="*/ 0 h 124"/>
              <a:gd name="T2" fmla="*/ 36 w 1299"/>
              <a:gd name="T3" fmla="*/ 0 h 124"/>
              <a:gd name="T4" fmla="*/ 0 w 1299"/>
              <a:gd name="T5" fmla="*/ 37 h 124"/>
              <a:gd name="T6" fmla="*/ 0 w 1299"/>
              <a:gd name="T7" fmla="*/ 87 h 124"/>
              <a:gd name="T8" fmla="*/ 36 w 1299"/>
              <a:gd name="T9" fmla="*/ 124 h 124"/>
              <a:gd name="T10" fmla="*/ 1262 w 1299"/>
              <a:gd name="T11" fmla="*/ 124 h 124"/>
              <a:gd name="T12" fmla="*/ 1299 w 1299"/>
              <a:gd name="T13" fmla="*/ 87 h 124"/>
              <a:gd name="T14" fmla="*/ 1299 w 1299"/>
              <a:gd name="T15" fmla="*/ 37 h 124"/>
              <a:gd name="T16" fmla="*/ 1262 w 1299"/>
              <a:gd name="T17" fmla="*/ 0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9" h="124">
                <a:moveTo>
                  <a:pt x="1262" y="0"/>
                </a:moveTo>
                <a:cubicBezTo>
                  <a:pt x="36" y="0"/>
                  <a:pt x="36" y="0"/>
                  <a:pt x="36" y="0"/>
                </a:cubicBezTo>
                <a:cubicBezTo>
                  <a:pt x="16" y="0"/>
                  <a:pt x="0" y="17"/>
                  <a:pt x="0" y="37"/>
                </a:cubicBezTo>
                <a:cubicBezTo>
                  <a:pt x="0" y="87"/>
                  <a:pt x="0" y="87"/>
                  <a:pt x="0" y="87"/>
                </a:cubicBezTo>
                <a:cubicBezTo>
                  <a:pt x="0" y="107"/>
                  <a:pt x="16" y="124"/>
                  <a:pt x="36" y="124"/>
                </a:cubicBezTo>
                <a:cubicBezTo>
                  <a:pt x="1262" y="124"/>
                  <a:pt x="1262" y="124"/>
                  <a:pt x="1262" y="124"/>
                </a:cubicBezTo>
                <a:cubicBezTo>
                  <a:pt x="1283" y="124"/>
                  <a:pt x="1299" y="107"/>
                  <a:pt x="1299" y="87"/>
                </a:cubicBezTo>
                <a:cubicBezTo>
                  <a:pt x="1299" y="37"/>
                  <a:pt x="1299" y="37"/>
                  <a:pt x="1299" y="37"/>
                </a:cubicBezTo>
                <a:cubicBezTo>
                  <a:pt x="1299" y="17"/>
                  <a:pt x="1283" y="0"/>
                  <a:pt x="1262" y="0"/>
                </a:cubicBezTo>
                <a:close/>
              </a:path>
            </a:pathLst>
          </a:custGeom>
          <a:solidFill>
            <a:srgbClr val="8C623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orma Livre 6">
            <a:extLst>
              <a:ext uri="{FF2B5EF4-FFF2-40B4-BE49-F238E27FC236}">
                <a16:creationId xmlns:a16="http://schemas.microsoft.com/office/drawing/2014/main" id="{2394DD0B-13F3-4072-BFCC-897319DBF34C}"/>
              </a:ext>
            </a:extLst>
          </p:cNvPr>
          <p:cNvSpPr>
            <a:spLocks/>
          </p:cNvSpPr>
          <p:nvPr/>
        </p:nvSpPr>
        <p:spPr bwMode="auto">
          <a:xfrm>
            <a:off x="8908417" y="5202111"/>
            <a:ext cx="3019425" cy="173038"/>
          </a:xfrm>
          <a:custGeom>
            <a:avLst/>
            <a:gdLst>
              <a:gd name="T0" fmla="*/ 1262 w 1299"/>
              <a:gd name="T1" fmla="*/ 36 h 74"/>
              <a:gd name="T2" fmla="*/ 36 w 1299"/>
              <a:gd name="T3" fmla="*/ 36 h 74"/>
              <a:gd name="T4" fmla="*/ 0 w 1299"/>
              <a:gd name="T5" fmla="*/ 0 h 74"/>
              <a:gd name="T6" fmla="*/ 0 w 1299"/>
              <a:gd name="T7" fmla="*/ 37 h 74"/>
              <a:gd name="T8" fmla="*/ 36 w 1299"/>
              <a:gd name="T9" fmla="*/ 74 h 74"/>
              <a:gd name="T10" fmla="*/ 1262 w 1299"/>
              <a:gd name="T11" fmla="*/ 74 h 74"/>
              <a:gd name="T12" fmla="*/ 1299 w 1299"/>
              <a:gd name="T13" fmla="*/ 37 h 74"/>
              <a:gd name="T14" fmla="*/ 1299 w 1299"/>
              <a:gd name="T15" fmla="*/ 0 h 74"/>
              <a:gd name="T16" fmla="*/ 1262 w 1299"/>
              <a:gd name="T17" fmla="*/ 36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9" h="74">
                <a:moveTo>
                  <a:pt x="1262" y="36"/>
                </a:moveTo>
                <a:cubicBezTo>
                  <a:pt x="36" y="36"/>
                  <a:pt x="36" y="36"/>
                  <a:pt x="36" y="36"/>
                </a:cubicBezTo>
                <a:cubicBezTo>
                  <a:pt x="16" y="36"/>
                  <a:pt x="0" y="20"/>
                  <a:pt x="0" y="0"/>
                </a:cubicBezTo>
                <a:cubicBezTo>
                  <a:pt x="0" y="37"/>
                  <a:pt x="0" y="37"/>
                  <a:pt x="0" y="37"/>
                </a:cubicBezTo>
                <a:cubicBezTo>
                  <a:pt x="0" y="57"/>
                  <a:pt x="16" y="74"/>
                  <a:pt x="36" y="74"/>
                </a:cubicBezTo>
                <a:cubicBezTo>
                  <a:pt x="1262" y="74"/>
                  <a:pt x="1262" y="74"/>
                  <a:pt x="1262" y="74"/>
                </a:cubicBezTo>
                <a:cubicBezTo>
                  <a:pt x="1283" y="74"/>
                  <a:pt x="1299" y="57"/>
                  <a:pt x="1299" y="37"/>
                </a:cubicBezTo>
                <a:cubicBezTo>
                  <a:pt x="1299" y="0"/>
                  <a:pt x="1299" y="0"/>
                  <a:pt x="1299" y="0"/>
                </a:cubicBezTo>
                <a:cubicBezTo>
                  <a:pt x="1299" y="20"/>
                  <a:pt x="1283" y="36"/>
                  <a:pt x="1262" y="36"/>
                </a:cubicBezTo>
                <a:close/>
              </a:path>
            </a:pathLst>
          </a:custGeom>
          <a:solidFill>
            <a:srgbClr val="855C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parte superior com areia">
            <a:extLst>
              <a:ext uri="{FF2B5EF4-FFF2-40B4-BE49-F238E27FC236}">
                <a16:creationId xmlns:a16="http://schemas.microsoft.com/office/drawing/2014/main" id="{BFDCB39F-AE94-4AEC-9309-CBF9A1562DF7}"/>
              </a:ext>
            </a:extLst>
          </p:cNvPr>
          <p:cNvSpPr>
            <a:spLocks/>
          </p:cNvSpPr>
          <p:nvPr/>
        </p:nvSpPr>
        <p:spPr bwMode="auto">
          <a:xfrm>
            <a:off x="9221154" y="1352424"/>
            <a:ext cx="2395538" cy="1495425"/>
          </a:xfrm>
          <a:custGeom>
            <a:avLst/>
            <a:gdLst>
              <a:gd name="T0" fmla="*/ 22 w 1031"/>
              <a:gd name="T1" fmla="*/ 4 h 644"/>
              <a:gd name="T2" fmla="*/ 1 w 1031"/>
              <a:gd name="T3" fmla="*/ 21 h 644"/>
              <a:gd name="T4" fmla="*/ 78 w 1031"/>
              <a:gd name="T5" fmla="*/ 295 h 644"/>
              <a:gd name="T6" fmla="*/ 259 w 1031"/>
              <a:gd name="T7" fmla="*/ 515 h 644"/>
              <a:gd name="T8" fmla="*/ 516 w 1031"/>
              <a:gd name="T9" fmla="*/ 644 h 644"/>
              <a:gd name="T10" fmla="*/ 769 w 1031"/>
              <a:gd name="T11" fmla="*/ 518 h 644"/>
              <a:gd name="T12" fmla="*/ 952 w 1031"/>
              <a:gd name="T13" fmla="*/ 297 h 644"/>
              <a:gd name="T14" fmla="*/ 1030 w 1031"/>
              <a:gd name="T15" fmla="*/ 21 h 644"/>
              <a:gd name="T16" fmla="*/ 1009 w 1031"/>
              <a:gd name="T17" fmla="*/ 4 h 644"/>
              <a:gd name="T18" fmla="*/ 661 w 1031"/>
              <a:gd name="T19" fmla="*/ 118 h 644"/>
              <a:gd name="T20" fmla="*/ 370 w 1031"/>
              <a:gd name="T21" fmla="*/ 118 h 644"/>
              <a:gd name="T22" fmla="*/ 22 w 1031"/>
              <a:gd name="T23" fmla="*/ 4 h 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31" h="644">
                <a:moveTo>
                  <a:pt x="22" y="4"/>
                </a:moveTo>
                <a:cubicBezTo>
                  <a:pt x="11" y="0"/>
                  <a:pt x="0" y="10"/>
                  <a:pt x="1" y="21"/>
                </a:cubicBezTo>
                <a:cubicBezTo>
                  <a:pt x="11" y="122"/>
                  <a:pt x="37" y="214"/>
                  <a:pt x="78" y="295"/>
                </a:cubicBezTo>
                <a:cubicBezTo>
                  <a:pt x="122" y="381"/>
                  <a:pt x="182" y="455"/>
                  <a:pt x="259" y="515"/>
                </a:cubicBezTo>
                <a:cubicBezTo>
                  <a:pt x="370" y="603"/>
                  <a:pt x="483" y="636"/>
                  <a:pt x="516" y="644"/>
                </a:cubicBezTo>
                <a:cubicBezTo>
                  <a:pt x="548" y="636"/>
                  <a:pt x="658" y="604"/>
                  <a:pt x="769" y="518"/>
                </a:cubicBezTo>
                <a:cubicBezTo>
                  <a:pt x="846" y="458"/>
                  <a:pt x="908" y="384"/>
                  <a:pt x="952" y="297"/>
                </a:cubicBezTo>
                <a:cubicBezTo>
                  <a:pt x="993" y="216"/>
                  <a:pt x="1019" y="123"/>
                  <a:pt x="1030" y="21"/>
                </a:cubicBezTo>
                <a:cubicBezTo>
                  <a:pt x="1031" y="10"/>
                  <a:pt x="1020" y="0"/>
                  <a:pt x="1009" y="4"/>
                </a:cubicBezTo>
                <a:cubicBezTo>
                  <a:pt x="661" y="118"/>
                  <a:pt x="661" y="118"/>
                  <a:pt x="661" y="118"/>
                </a:cubicBezTo>
                <a:cubicBezTo>
                  <a:pt x="566" y="149"/>
                  <a:pt x="465" y="149"/>
                  <a:pt x="370" y="118"/>
                </a:cubicBezTo>
                <a:lnTo>
                  <a:pt x="22" y="4"/>
                </a:lnTo>
                <a:close/>
              </a:path>
            </a:pathLst>
          </a:custGeom>
          <a:solidFill>
            <a:srgbClr val="EDCD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parte inferior com areia">
            <a:extLst>
              <a:ext uri="{FF2B5EF4-FFF2-40B4-BE49-F238E27FC236}">
                <a16:creationId xmlns:a16="http://schemas.microsoft.com/office/drawing/2014/main" id="{4F0BA412-BA09-43A9-8F0C-0D1B1BB0922E}"/>
              </a:ext>
            </a:extLst>
          </p:cNvPr>
          <p:cNvSpPr>
            <a:spLocks/>
          </p:cNvSpPr>
          <p:nvPr/>
        </p:nvSpPr>
        <p:spPr bwMode="auto">
          <a:xfrm>
            <a:off x="9208454" y="4027361"/>
            <a:ext cx="2417763" cy="1058863"/>
          </a:xfrm>
          <a:custGeom>
            <a:avLst/>
            <a:gdLst>
              <a:gd name="T0" fmla="*/ 0 w 1523"/>
              <a:gd name="T1" fmla="*/ 667 h 667"/>
              <a:gd name="T2" fmla="*/ 763 w 1523"/>
              <a:gd name="T3" fmla="*/ 0 h 667"/>
              <a:gd name="T4" fmla="*/ 1523 w 1523"/>
              <a:gd name="T5" fmla="*/ 667 h 667"/>
              <a:gd name="T6" fmla="*/ 0 w 1523"/>
              <a:gd name="T7" fmla="*/ 667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23" h="667">
                <a:moveTo>
                  <a:pt x="0" y="667"/>
                </a:moveTo>
                <a:lnTo>
                  <a:pt x="763" y="0"/>
                </a:lnTo>
                <a:lnTo>
                  <a:pt x="1523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EDCD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conector reto">
            <a:extLst>
              <a:ext uri="{FF2B5EF4-FFF2-40B4-BE49-F238E27FC236}">
                <a16:creationId xmlns:a16="http://schemas.microsoft.com/office/drawing/2014/main" id="{CE9F8DD4-FD62-49BE-B56F-E1B383493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5267" y="2824830"/>
            <a:ext cx="87313" cy="2259807"/>
          </a:xfrm>
          <a:prstGeom prst="rect">
            <a:avLst/>
          </a:prstGeom>
          <a:solidFill>
            <a:srgbClr val="EDCD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7848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" dur="60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59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6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0000"/>
                            </p:stCondLst>
                            <p:childTnLst>
                              <p:par>
                                <p:cTn id="15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0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  <p:bldP spid="20" grpId="0" animBg="1"/>
      <p:bldP spid="20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ço Reservado para Texto 17"/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pt-BR"/>
              <a:t>30</a:t>
            </a:r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300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CCCEC28-C0F3-D8D9-97BE-1D9FCA09EDEC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1841679" y="2136241"/>
            <a:ext cx="819506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Resposta: Adaptar-se a mudanças de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requisitos após o início do projeto.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018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7"/>
          <p:cNvSpPr>
            <a:spLocks noGrp="1"/>
          </p:cNvSpPr>
          <p:nvPr>
            <p:ph type="body" sz="quarter" idx="13"/>
          </p:nvPr>
        </p:nvSpPr>
        <p:spPr>
          <a:xfrm>
            <a:off x="1901638" y="1427108"/>
            <a:ext cx="6038403" cy="2001892"/>
          </a:xfrm>
        </p:spPr>
        <p:txBody>
          <a:bodyPr rtlCol="0"/>
          <a:lstStyle/>
          <a:p>
            <a:r>
              <a:rPr lang="pt-BR" sz="3600" b="1" dirty="0"/>
              <a:t>Quando o cliente geralmente vê o software pela primeira vez no Cascata?</a:t>
            </a:r>
            <a:endParaRPr lang="pt-BR" sz="3600" dirty="0"/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pt-BR"/>
              <a:t>40</a:t>
            </a:r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400</a:t>
            </a:r>
          </a:p>
        </p:txBody>
      </p:sp>
      <p:grpSp>
        <p:nvGrpSpPr>
          <p:cNvPr id="5" name="botão: iniciar temporizador">
            <a:extLst>
              <a:ext uri="{FF2B5EF4-FFF2-40B4-BE49-F238E27FC236}">
                <a16:creationId xmlns:a16="http://schemas.microsoft.com/office/drawing/2014/main" id="{40125677-445F-4816-9F30-719C0C9C5E0A}"/>
              </a:ext>
            </a:extLst>
          </p:cNvPr>
          <p:cNvGrpSpPr/>
          <p:nvPr/>
        </p:nvGrpSpPr>
        <p:grpSpPr>
          <a:xfrm>
            <a:off x="5417504" y="4575187"/>
            <a:ext cx="2636838" cy="799962"/>
            <a:chOff x="1332706" y="185859"/>
            <a:chExt cx="2636838" cy="799962"/>
          </a:xfrm>
        </p:grpSpPr>
        <p:sp>
          <p:nvSpPr>
            <p:cNvPr id="6" name="Retângulo arredondado 12">
              <a:extLst>
                <a:ext uri="{FF2B5EF4-FFF2-40B4-BE49-F238E27FC236}">
                  <a16:creationId xmlns:a16="http://schemas.microsoft.com/office/drawing/2014/main" id="{F5B4A350-8EE4-4BAF-ADB3-BE885CC19FCC}"/>
                </a:ext>
              </a:extLst>
            </p:cNvPr>
            <p:cNvSpPr/>
            <p:nvPr/>
          </p:nvSpPr>
          <p:spPr>
            <a:xfrm>
              <a:off x="1332706" y="288262"/>
              <a:ext cx="2636838" cy="69755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" name="Retângulo arredondado 13">
              <a:extLst>
                <a:ext uri="{FF2B5EF4-FFF2-40B4-BE49-F238E27FC236}">
                  <a16:creationId xmlns:a16="http://schemas.microsoft.com/office/drawing/2014/main" id="{4BAB929B-74CD-4B0F-89EE-1E285A7F0799}"/>
                </a:ext>
              </a:extLst>
            </p:cNvPr>
            <p:cNvSpPr/>
            <p:nvPr/>
          </p:nvSpPr>
          <p:spPr>
            <a:xfrm>
              <a:off x="1332706" y="185859"/>
              <a:ext cx="2636838" cy="69755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INICIAR TEMPORIZADOR</a:t>
              </a:r>
            </a:p>
          </p:txBody>
        </p:sp>
      </p:grpSp>
      <p:grpSp>
        <p:nvGrpSpPr>
          <p:cNvPr id="9" name="o tempo acabou">
            <a:extLst>
              <a:ext uri="{FF2B5EF4-FFF2-40B4-BE49-F238E27FC236}">
                <a16:creationId xmlns:a16="http://schemas.microsoft.com/office/drawing/2014/main" id="{E571C6BC-69C8-45FC-8EB4-BF2501A8CAFE}"/>
              </a:ext>
            </a:extLst>
          </p:cNvPr>
          <p:cNvGrpSpPr/>
          <p:nvPr/>
        </p:nvGrpSpPr>
        <p:grpSpPr>
          <a:xfrm>
            <a:off x="5417504" y="4575187"/>
            <a:ext cx="2636838" cy="799962"/>
            <a:chOff x="4321176" y="185859"/>
            <a:chExt cx="2636838" cy="799962"/>
          </a:xfrm>
        </p:grpSpPr>
        <p:sp>
          <p:nvSpPr>
            <p:cNvPr id="10" name="Retângulo arredondado 15">
              <a:extLst>
                <a:ext uri="{FF2B5EF4-FFF2-40B4-BE49-F238E27FC236}">
                  <a16:creationId xmlns:a16="http://schemas.microsoft.com/office/drawing/2014/main" id="{375156D0-F0A5-4182-9AB0-9A5230B648AF}"/>
                </a:ext>
              </a:extLst>
            </p:cNvPr>
            <p:cNvSpPr/>
            <p:nvPr/>
          </p:nvSpPr>
          <p:spPr>
            <a:xfrm>
              <a:off x="4321176" y="288262"/>
              <a:ext cx="2636838" cy="69755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" name="Retângulo arredondado 16">
              <a:extLst>
                <a:ext uri="{FF2B5EF4-FFF2-40B4-BE49-F238E27FC236}">
                  <a16:creationId xmlns:a16="http://schemas.microsoft.com/office/drawing/2014/main" id="{B498519C-1255-4F76-81FF-109C1278FBC0}"/>
                </a:ext>
              </a:extLst>
            </p:cNvPr>
            <p:cNvSpPr/>
            <p:nvPr/>
          </p:nvSpPr>
          <p:spPr>
            <a:xfrm>
              <a:off x="4321176" y="185859"/>
              <a:ext cx="2636838" cy="69755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 TEMPO ACABOU!</a:t>
              </a:r>
            </a:p>
          </p:txBody>
        </p:sp>
      </p:grpSp>
      <p:sp>
        <p:nvSpPr>
          <p:cNvPr id="12" name="AutoForma 3">
            <a:extLst>
              <a:ext uri="{FF2B5EF4-FFF2-40B4-BE49-F238E27FC236}">
                <a16:creationId xmlns:a16="http://schemas.microsoft.com/office/drawing/2014/main" id="{6A5938E5-1099-4EED-9457-5C3A6FD40EB4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8906829" y="417386"/>
            <a:ext cx="3019425" cy="495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orma Livre 3">
            <a:extLst>
              <a:ext uri="{FF2B5EF4-FFF2-40B4-BE49-F238E27FC236}">
                <a16:creationId xmlns:a16="http://schemas.microsoft.com/office/drawing/2014/main" id="{16A0D13A-7489-4696-9D90-CA9BB3167E16}"/>
              </a:ext>
            </a:extLst>
          </p:cNvPr>
          <p:cNvSpPr>
            <a:spLocks/>
          </p:cNvSpPr>
          <p:nvPr/>
        </p:nvSpPr>
        <p:spPr bwMode="auto">
          <a:xfrm>
            <a:off x="9103679" y="704724"/>
            <a:ext cx="2628900" cy="4381500"/>
          </a:xfrm>
          <a:custGeom>
            <a:avLst/>
            <a:gdLst>
              <a:gd name="T0" fmla="*/ 1131 w 1131"/>
              <a:gd name="T1" fmla="*/ 0 h 1887"/>
              <a:gd name="T2" fmla="*/ 0 w 1131"/>
              <a:gd name="T3" fmla="*/ 0 h 1887"/>
              <a:gd name="T4" fmla="*/ 0 w 1131"/>
              <a:gd name="T5" fmla="*/ 194 h 1887"/>
              <a:gd name="T6" fmla="*/ 460 w 1131"/>
              <a:gd name="T7" fmla="*/ 934 h 1887"/>
              <a:gd name="T8" fmla="*/ 460 w 1131"/>
              <a:gd name="T9" fmla="*/ 954 h 1887"/>
              <a:gd name="T10" fmla="*/ 0 w 1131"/>
              <a:gd name="T11" fmla="*/ 1694 h 1887"/>
              <a:gd name="T12" fmla="*/ 0 w 1131"/>
              <a:gd name="T13" fmla="*/ 1887 h 1887"/>
              <a:gd name="T14" fmla="*/ 1131 w 1131"/>
              <a:gd name="T15" fmla="*/ 1887 h 1887"/>
              <a:gd name="T16" fmla="*/ 1131 w 1131"/>
              <a:gd name="T17" fmla="*/ 1694 h 1887"/>
              <a:gd name="T18" fmla="*/ 671 w 1131"/>
              <a:gd name="T19" fmla="*/ 954 h 1887"/>
              <a:gd name="T20" fmla="*/ 671 w 1131"/>
              <a:gd name="T21" fmla="*/ 934 h 1887"/>
              <a:gd name="T22" fmla="*/ 1131 w 1131"/>
              <a:gd name="T23" fmla="*/ 194 h 1887"/>
              <a:gd name="T24" fmla="*/ 1131 w 1131"/>
              <a:gd name="T25" fmla="*/ 0 h 18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31" h="1887">
                <a:moveTo>
                  <a:pt x="11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94"/>
                  <a:pt x="0" y="194"/>
                  <a:pt x="0" y="194"/>
                </a:cubicBezTo>
                <a:cubicBezTo>
                  <a:pt x="0" y="675"/>
                  <a:pt x="297" y="865"/>
                  <a:pt x="460" y="934"/>
                </a:cubicBezTo>
                <a:cubicBezTo>
                  <a:pt x="469" y="937"/>
                  <a:pt x="469" y="950"/>
                  <a:pt x="460" y="954"/>
                </a:cubicBezTo>
                <a:cubicBezTo>
                  <a:pt x="297" y="1022"/>
                  <a:pt x="0" y="1212"/>
                  <a:pt x="0" y="1694"/>
                </a:cubicBezTo>
                <a:cubicBezTo>
                  <a:pt x="0" y="1887"/>
                  <a:pt x="0" y="1887"/>
                  <a:pt x="0" y="1887"/>
                </a:cubicBezTo>
                <a:cubicBezTo>
                  <a:pt x="1131" y="1887"/>
                  <a:pt x="1131" y="1887"/>
                  <a:pt x="1131" y="1887"/>
                </a:cubicBezTo>
                <a:cubicBezTo>
                  <a:pt x="1131" y="1694"/>
                  <a:pt x="1131" y="1694"/>
                  <a:pt x="1131" y="1694"/>
                </a:cubicBezTo>
                <a:cubicBezTo>
                  <a:pt x="1131" y="1212"/>
                  <a:pt x="834" y="1022"/>
                  <a:pt x="671" y="954"/>
                </a:cubicBezTo>
                <a:cubicBezTo>
                  <a:pt x="661" y="950"/>
                  <a:pt x="661" y="937"/>
                  <a:pt x="671" y="934"/>
                </a:cubicBezTo>
                <a:cubicBezTo>
                  <a:pt x="834" y="865"/>
                  <a:pt x="1131" y="675"/>
                  <a:pt x="1131" y="194"/>
                </a:cubicBezTo>
                <a:cubicBezTo>
                  <a:pt x="1131" y="0"/>
                  <a:pt x="1131" y="0"/>
                  <a:pt x="1131" y="0"/>
                </a:cubicBezTo>
              </a:path>
            </a:pathLst>
          </a:custGeom>
          <a:solidFill>
            <a:srgbClr val="F5F5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orma Livre 4">
            <a:extLst>
              <a:ext uri="{FF2B5EF4-FFF2-40B4-BE49-F238E27FC236}">
                <a16:creationId xmlns:a16="http://schemas.microsoft.com/office/drawing/2014/main" id="{61DF1601-0E1A-4C49-869E-1B65138FB65D}"/>
              </a:ext>
            </a:extLst>
          </p:cNvPr>
          <p:cNvSpPr>
            <a:spLocks/>
          </p:cNvSpPr>
          <p:nvPr/>
        </p:nvSpPr>
        <p:spPr bwMode="auto">
          <a:xfrm>
            <a:off x="8908417" y="418974"/>
            <a:ext cx="3019425" cy="285750"/>
          </a:xfrm>
          <a:custGeom>
            <a:avLst/>
            <a:gdLst>
              <a:gd name="T0" fmla="*/ 1262 w 1299"/>
              <a:gd name="T1" fmla="*/ 0 h 123"/>
              <a:gd name="T2" fmla="*/ 36 w 1299"/>
              <a:gd name="T3" fmla="*/ 0 h 123"/>
              <a:gd name="T4" fmla="*/ 0 w 1299"/>
              <a:gd name="T5" fmla="*/ 36 h 123"/>
              <a:gd name="T6" fmla="*/ 0 w 1299"/>
              <a:gd name="T7" fmla="*/ 86 h 123"/>
              <a:gd name="T8" fmla="*/ 36 w 1299"/>
              <a:gd name="T9" fmla="*/ 123 h 123"/>
              <a:gd name="T10" fmla="*/ 1262 w 1299"/>
              <a:gd name="T11" fmla="*/ 123 h 123"/>
              <a:gd name="T12" fmla="*/ 1299 w 1299"/>
              <a:gd name="T13" fmla="*/ 86 h 123"/>
              <a:gd name="T14" fmla="*/ 1299 w 1299"/>
              <a:gd name="T15" fmla="*/ 36 h 123"/>
              <a:gd name="T16" fmla="*/ 1262 w 1299"/>
              <a:gd name="T17" fmla="*/ 0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9" h="123">
                <a:moveTo>
                  <a:pt x="1262" y="0"/>
                </a:moveTo>
                <a:cubicBezTo>
                  <a:pt x="36" y="0"/>
                  <a:pt x="36" y="0"/>
                  <a:pt x="36" y="0"/>
                </a:cubicBezTo>
                <a:cubicBezTo>
                  <a:pt x="16" y="0"/>
                  <a:pt x="0" y="16"/>
                  <a:pt x="0" y="36"/>
                </a:cubicBezTo>
                <a:cubicBezTo>
                  <a:pt x="0" y="86"/>
                  <a:pt x="0" y="86"/>
                  <a:pt x="0" y="86"/>
                </a:cubicBezTo>
                <a:cubicBezTo>
                  <a:pt x="0" y="107"/>
                  <a:pt x="16" y="123"/>
                  <a:pt x="36" y="123"/>
                </a:cubicBezTo>
                <a:cubicBezTo>
                  <a:pt x="1262" y="123"/>
                  <a:pt x="1262" y="123"/>
                  <a:pt x="1262" y="123"/>
                </a:cubicBezTo>
                <a:cubicBezTo>
                  <a:pt x="1283" y="123"/>
                  <a:pt x="1299" y="107"/>
                  <a:pt x="1299" y="86"/>
                </a:cubicBezTo>
                <a:cubicBezTo>
                  <a:pt x="1299" y="36"/>
                  <a:pt x="1299" y="36"/>
                  <a:pt x="1299" y="36"/>
                </a:cubicBezTo>
                <a:cubicBezTo>
                  <a:pt x="1299" y="16"/>
                  <a:pt x="1283" y="0"/>
                  <a:pt x="1262" y="0"/>
                </a:cubicBezTo>
                <a:close/>
              </a:path>
            </a:pathLst>
          </a:custGeom>
          <a:solidFill>
            <a:srgbClr val="8C623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Forma livre 5">
            <a:extLst>
              <a:ext uri="{FF2B5EF4-FFF2-40B4-BE49-F238E27FC236}">
                <a16:creationId xmlns:a16="http://schemas.microsoft.com/office/drawing/2014/main" id="{B9C4FA20-C06F-44B6-ABC1-0631FF691958}"/>
              </a:ext>
            </a:extLst>
          </p:cNvPr>
          <p:cNvSpPr>
            <a:spLocks/>
          </p:cNvSpPr>
          <p:nvPr/>
        </p:nvSpPr>
        <p:spPr bwMode="auto">
          <a:xfrm>
            <a:off x="8908417" y="5086224"/>
            <a:ext cx="3019425" cy="288925"/>
          </a:xfrm>
          <a:custGeom>
            <a:avLst/>
            <a:gdLst>
              <a:gd name="T0" fmla="*/ 1262 w 1299"/>
              <a:gd name="T1" fmla="*/ 0 h 124"/>
              <a:gd name="T2" fmla="*/ 36 w 1299"/>
              <a:gd name="T3" fmla="*/ 0 h 124"/>
              <a:gd name="T4" fmla="*/ 0 w 1299"/>
              <a:gd name="T5" fmla="*/ 37 h 124"/>
              <a:gd name="T6" fmla="*/ 0 w 1299"/>
              <a:gd name="T7" fmla="*/ 87 h 124"/>
              <a:gd name="T8" fmla="*/ 36 w 1299"/>
              <a:gd name="T9" fmla="*/ 124 h 124"/>
              <a:gd name="T10" fmla="*/ 1262 w 1299"/>
              <a:gd name="T11" fmla="*/ 124 h 124"/>
              <a:gd name="T12" fmla="*/ 1299 w 1299"/>
              <a:gd name="T13" fmla="*/ 87 h 124"/>
              <a:gd name="T14" fmla="*/ 1299 w 1299"/>
              <a:gd name="T15" fmla="*/ 37 h 124"/>
              <a:gd name="T16" fmla="*/ 1262 w 1299"/>
              <a:gd name="T17" fmla="*/ 0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9" h="124">
                <a:moveTo>
                  <a:pt x="1262" y="0"/>
                </a:moveTo>
                <a:cubicBezTo>
                  <a:pt x="36" y="0"/>
                  <a:pt x="36" y="0"/>
                  <a:pt x="36" y="0"/>
                </a:cubicBezTo>
                <a:cubicBezTo>
                  <a:pt x="16" y="0"/>
                  <a:pt x="0" y="17"/>
                  <a:pt x="0" y="37"/>
                </a:cubicBezTo>
                <a:cubicBezTo>
                  <a:pt x="0" y="87"/>
                  <a:pt x="0" y="87"/>
                  <a:pt x="0" y="87"/>
                </a:cubicBezTo>
                <a:cubicBezTo>
                  <a:pt x="0" y="107"/>
                  <a:pt x="16" y="124"/>
                  <a:pt x="36" y="124"/>
                </a:cubicBezTo>
                <a:cubicBezTo>
                  <a:pt x="1262" y="124"/>
                  <a:pt x="1262" y="124"/>
                  <a:pt x="1262" y="124"/>
                </a:cubicBezTo>
                <a:cubicBezTo>
                  <a:pt x="1283" y="124"/>
                  <a:pt x="1299" y="107"/>
                  <a:pt x="1299" y="87"/>
                </a:cubicBezTo>
                <a:cubicBezTo>
                  <a:pt x="1299" y="37"/>
                  <a:pt x="1299" y="37"/>
                  <a:pt x="1299" y="37"/>
                </a:cubicBezTo>
                <a:cubicBezTo>
                  <a:pt x="1299" y="17"/>
                  <a:pt x="1283" y="0"/>
                  <a:pt x="1262" y="0"/>
                </a:cubicBezTo>
                <a:close/>
              </a:path>
            </a:pathLst>
          </a:custGeom>
          <a:solidFill>
            <a:srgbClr val="8C623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orma Livre 6">
            <a:extLst>
              <a:ext uri="{FF2B5EF4-FFF2-40B4-BE49-F238E27FC236}">
                <a16:creationId xmlns:a16="http://schemas.microsoft.com/office/drawing/2014/main" id="{A4F2385D-D9B8-4F00-8051-3424FC291818}"/>
              </a:ext>
            </a:extLst>
          </p:cNvPr>
          <p:cNvSpPr>
            <a:spLocks/>
          </p:cNvSpPr>
          <p:nvPr/>
        </p:nvSpPr>
        <p:spPr bwMode="auto">
          <a:xfrm>
            <a:off x="8908417" y="5202111"/>
            <a:ext cx="3019425" cy="173038"/>
          </a:xfrm>
          <a:custGeom>
            <a:avLst/>
            <a:gdLst>
              <a:gd name="T0" fmla="*/ 1262 w 1299"/>
              <a:gd name="T1" fmla="*/ 36 h 74"/>
              <a:gd name="T2" fmla="*/ 36 w 1299"/>
              <a:gd name="T3" fmla="*/ 36 h 74"/>
              <a:gd name="T4" fmla="*/ 0 w 1299"/>
              <a:gd name="T5" fmla="*/ 0 h 74"/>
              <a:gd name="T6" fmla="*/ 0 w 1299"/>
              <a:gd name="T7" fmla="*/ 37 h 74"/>
              <a:gd name="T8" fmla="*/ 36 w 1299"/>
              <a:gd name="T9" fmla="*/ 74 h 74"/>
              <a:gd name="T10" fmla="*/ 1262 w 1299"/>
              <a:gd name="T11" fmla="*/ 74 h 74"/>
              <a:gd name="T12" fmla="*/ 1299 w 1299"/>
              <a:gd name="T13" fmla="*/ 37 h 74"/>
              <a:gd name="T14" fmla="*/ 1299 w 1299"/>
              <a:gd name="T15" fmla="*/ 0 h 74"/>
              <a:gd name="T16" fmla="*/ 1262 w 1299"/>
              <a:gd name="T17" fmla="*/ 36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9" h="74">
                <a:moveTo>
                  <a:pt x="1262" y="36"/>
                </a:moveTo>
                <a:cubicBezTo>
                  <a:pt x="36" y="36"/>
                  <a:pt x="36" y="36"/>
                  <a:pt x="36" y="36"/>
                </a:cubicBezTo>
                <a:cubicBezTo>
                  <a:pt x="16" y="36"/>
                  <a:pt x="0" y="20"/>
                  <a:pt x="0" y="0"/>
                </a:cubicBezTo>
                <a:cubicBezTo>
                  <a:pt x="0" y="37"/>
                  <a:pt x="0" y="37"/>
                  <a:pt x="0" y="37"/>
                </a:cubicBezTo>
                <a:cubicBezTo>
                  <a:pt x="0" y="57"/>
                  <a:pt x="16" y="74"/>
                  <a:pt x="36" y="74"/>
                </a:cubicBezTo>
                <a:cubicBezTo>
                  <a:pt x="1262" y="74"/>
                  <a:pt x="1262" y="74"/>
                  <a:pt x="1262" y="74"/>
                </a:cubicBezTo>
                <a:cubicBezTo>
                  <a:pt x="1283" y="74"/>
                  <a:pt x="1299" y="57"/>
                  <a:pt x="1299" y="37"/>
                </a:cubicBezTo>
                <a:cubicBezTo>
                  <a:pt x="1299" y="0"/>
                  <a:pt x="1299" y="0"/>
                  <a:pt x="1299" y="0"/>
                </a:cubicBezTo>
                <a:cubicBezTo>
                  <a:pt x="1299" y="20"/>
                  <a:pt x="1283" y="36"/>
                  <a:pt x="1262" y="36"/>
                </a:cubicBezTo>
                <a:close/>
              </a:path>
            </a:pathLst>
          </a:custGeom>
          <a:solidFill>
            <a:srgbClr val="855C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parte superior com areia">
            <a:extLst>
              <a:ext uri="{FF2B5EF4-FFF2-40B4-BE49-F238E27FC236}">
                <a16:creationId xmlns:a16="http://schemas.microsoft.com/office/drawing/2014/main" id="{3E824775-1891-4B25-8EFE-101EF0EC79A0}"/>
              </a:ext>
            </a:extLst>
          </p:cNvPr>
          <p:cNvSpPr>
            <a:spLocks/>
          </p:cNvSpPr>
          <p:nvPr/>
        </p:nvSpPr>
        <p:spPr bwMode="auto">
          <a:xfrm>
            <a:off x="9221154" y="1352424"/>
            <a:ext cx="2395538" cy="1495425"/>
          </a:xfrm>
          <a:custGeom>
            <a:avLst/>
            <a:gdLst>
              <a:gd name="T0" fmla="*/ 22 w 1031"/>
              <a:gd name="T1" fmla="*/ 4 h 644"/>
              <a:gd name="T2" fmla="*/ 1 w 1031"/>
              <a:gd name="T3" fmla="*/ 21 h 644"/>
              <a:gd name="T4" fmla="*/ 78 w 1031"/>
              <a:gd name="T5" fmla="*/ 295 h 644"/>
              <a:gd name="T6" fmla="*/ 259 w 1031"/>
              <a:gd name="T7" fmla="*/ 515 h 644"/>
              <a:gd name="T8" fmla="*/ 516 w 1031"/>
              <a:gd name="T9" fmla="*/ 644 h 644"/>
              <a:gd name="T10" fmla="*/ 769 w 1031"/>
              <a:gd name="T11" fmla="*/ 518 h 644"/>
              <a:gd name="T12" fmla="*/ 952 w 1031"/>
              <a:gd name="T13" fmla="*/ 297 h 644"/>
              <a:gd name="T14" fmla="*/ 1030 w 1031"/>
              <a:gd name="T15" fmla="*/ 21 h 644"/>
              <a:gd name="T16" fmla="*/ 1009 w 1031"/>
              <a:gd name="T17" fmla="*/ 4 h 644"/>
              <a:gd name="T18" fmla="*/ 661 w 1031"/>
              <a:gd name="T19" fmla="*/ 118 h 644"/>
              <a:gd name="T20" fmla="*/ 370 w 1031"/>
              <a:gd name="T21" fmla="*/ 118 h 644"/>
              <a:gd name="T22" fmla="*/ 22 w 1031"/>
              <a:gd name="T23" fmla="*/ 4 h 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31" h="644">
                <a:moveTo>
                  <a:pt x="22" y="4"/>
                </a:moveTo>
                <a:cubicBezTo>
                  <a:pt x="11" y="0"/>
                  <a:pt x="0" y="10"/>
                  <a:pt x="1" y="21"/>
                </a:cubicBezTo>
                <a:cubicBezTo>
                  <a:pt x="11" y="122"/>
                  <a:pt x="37" y="214"/>
                  <a:pt x="78" y="295"/>
                </a:cubicBezTo>
                <a:cubicBezTo>
                  <a:pt x="122" y="381"/>
                  <a:pt x="182" y="455"/>
                  <a:pt x="259" y="515"/>
                </a:cubicBezTo>
                <a:cubicBezTo>
                  <a:pt x="370" y="603"/>
                  <a:pt x="483" y="636"/>
                  <a:pt x="516" y="644"/>
                </a:cubicBezTo>
                <a:cubicBezTo>
                  <a:pt x="548" y="636"/>
                  <a:pt x="658" y="604"/>
                  <a:pt x="769" y="518"/>
                </a:cubicBezTo>
                <a:cubicBezTo>
                  <a:pt x="846" y="458"/>
                  <a:pt x="908" y="384"/>
                  <a:pt x="952" y="297"/>
                </a:cubicBezTo>
                <a:cubicBezTo>
                  <a:pt x="993" y="216"/>
                  <a:pt x="1019" y="123"/>
                  <a:pt x="1030" y="21"/>
                </a:cubicBezTo>
                <a:cubicBezTo>
                  <a:pt x="1031" y="10"/>
                  <a:pt x="1020" y="0"/>
                  <a:pt x="1009" y="4"/>
                </a:cubicBezTo>
                <a:cubicBezTo>
                  <a:pt x="661" y="118"/>
                  <a:pt x="661" y="118"/>
                  <a:pt x="661" y="118"/>
                </a:cubicBezTo>
                <a:cubicBezTo>
                  <a:pt x="566" y="149"/>
                  <a:pt x="465" y="149"/>
                  <a:pt x="370" y="118"/>
                </a:cubicBezTo>
                <a:lnTo>
                  <a:pt x="22" y="4"/>
                </a:lnTo>
                <a:close/>
              </a:path>
            </a:pathLst>
          </a:custGeom>
          <a:solidFill>
            <a:srgbClr val="EDCD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parte inferior com areia">
            <a:extLst>
              <a:ext uri="{FF2B5EF4-FFF2-40B4-BE49-F238E27FC236}">
                <a16:creationId xmlns:a16="http://schemas.microsoft.com/office/drawing/2014/main" id="{9E15A42B-6E3E-44BE-B0CB-2E8763BD9E9E}"/>
              </a:ext>
            </a:extLst>
          </p:cNvPr>
          <p:cNvSpPr>
            <a:spLocks/>
          </p:cNvSpPr>
          <p:nvPr/>
        </p:nvSpPr>
        <p:spPr bwMode="auto">
          <a:xfrm>
            <a:off x="9208454" y="4027361"/>
            <a:ext cx="2417763" cy="1058863"/>
          </a:xfrm>
          <a:custGeom>
            <a:avLst/>
            <a:gdLst>
              <a:gd name="T0" fmla="*/ 0 w 1523"/>
              <a:gd name="T1" fmla="*/ 667 h 667"/>
              <a:gd name="T2" fmla="*/ 763 w 1523"/>
              <a:gd name="T3" fmla="*/ 0 h 667"/>
              <a:gd name="T4" fmla="*/ 1523 w 1523"/>
              <a:gd name="T5" fmla="*/ 667 h 667"/>
              <a:gd name="T6" fmla="*/ 0 w 1523"/>
              <a:gd name="T7" fmla="*/ 667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23" h="667">
                <a:moveTo>
                  <a:pt x="0" y="667"/>
                </a:moveTo>
                <a:lnTo>
                  <a:pt x="763" y="0"/>
                </a:lnTo>
                <a:lnTo>
                  <a:pt x="1523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EDCD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conector reto">
            <a:extLst>
              <a:ext uri="{FF2B5EF4-FFF2-40B4-BE49-F238E27FC236}">
                <a16:creationId xmlns:a16="http://schemas.microsoft.com/office/drawing/2014/main" id="{52EF1DD0-D83D-478E-A878-7A9FC1A84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5267" y="2824830"/>
            <a:ext cx="87313" cy="2259807"/>
          </a:xfrm>
          <a:prstGeom prst="rect">
            <a:avLst/>
          </a:prstGeom>
          <a:solidFill>
            <a:srgbClr val="EDCD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2405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" dur="60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59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6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0000"/>
                            </p:stCondLst>
                            <p:childTnLst>
                              <p:par>
                                <p:cTn id="15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0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  <p:bldP spid="20" grpId="0" animBg="1"/>
      <p:bldP spid="20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ço Reservado para Texto 17"/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pt-BR"/>
              <a:t>40</a:t>
            </a:r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400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7A8493B-51FF-88B4-ABD1-CB1E449305ED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1841679" y="2274740"/>
            <a:ext cx="922079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Resposta: Perto do final do ciclo de vida do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altLang="pt-BR" sz="3600" dirty="0">
                <a:latin typeface="Arial" panose="020B0604020202020204" pitchFamily="34" charset="0"/>
              </a:rPr>
              <a:t>Desenvolvimento do sistema.</a:t>
            </a:r>
            <a:endParaRPr kumimoji="0" lang="pt-BR" altLang="pt-B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6558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ço Reservado para Texto 17"/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pt-BR"/>
              <a:t>50</a:t>
            </a:r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600</a:t>
            </a:r>
          </a:p>
        </p:txBody>
      </p:sp>
      <p:grpSp>
        <p:nvGrpSpPr>
          <p:cNvPr id="5" name="botão: iniciar temporizador">
            <a:extLst>
              <a:ext uri="{FF2B5EF4-FFF2-40B4-BE49-F238E27FC236}">
                <a16:creationId xmlns:a16="http://schemas.microsoft.com/office/drawing/2014/main" id="{4B8CA99A-2A43-4DE5-BE93-3DEF5DA02C0C}"/>
              </a:ext>
            </a:extLst>
          </p:cNvPr>
          <p:cNvGrpSpPr/>
          <p:nvPr/>
        </p:nvGrpSpPr>
        <p:grpSpPr>
          <a:xfrm>
            <a:off x="5417504" y="4575187"/>
            <a:ext cx="2636838" cy="799962"/>
            <a:chOff x="1332706" y="185859"/>
            <a:chExt cx="2636838" cy="799962"/>
          </a:xfrm>
        </p:grpSpPr>
        <p:sp>
          <p:nvSpPr>
            <p:cNvPr id="6" name="Retângulo arredondado 12">
              <a:extLst>
                <a:ext uri="{FF2B5EF4-FFF2-40B4-BE49-F238E27FC236}">
                  <a16:creationId xmlns:a16="http://schemas.microsoft.com/office/drawing/2014/main" id="{2001C164-30D4-4DD8-A818-D8B15A1DF9F8}"/>
                </a:ext>
              </a:extLst>
            </p:cNvPr>
            <p:cNvSpPr/>
            <p:nvPr/>
          </p:nvSpPr>
          <p:spPr>
            <a:xfrm>
              <a:off x="1332706" y="288262"/>
              <a:ext cx="2636838" cy="69755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" name="Retângulo arredondado 13">
              <a:extLst>
                <a:ext uri="{FF2B5EF4-FFF2-40B4-BE49-F238E27FC236}">
                  <a16:creationId xmlns:a16="http://schemas.microsoft.com/office/drawing/2014/main" id="{F5F25727-E7D8-4D88-9396-CBA07A6051A0}"/>
                </a:ext>
              </a:extLst>
            </p:cNvPr>
            <p:cNvSpPr/>
            <p:nvPr/>
          </p:nvSpPr>
          <p:spPr>
            <a:xfrm>
              <a:off x="1332706" y="185859"/>
              <a:ext cx="2636838" cy="69755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INICIAR TEMPORIZADOR</a:t>
              </a:r>
            </a:p>
          </p:txBody>
        </p:sp>
      </p:grpSp>
      <p:grpSp>
        <p:nvGrpSpPr>
          <p:cNvPr id="9" name="o tempo acabou">
            <a:extLst>
              <a:ext uri="{FF2B5EF4-FFF2-40B4-BE49-F238E27FC236}">
                <a16:creationId xmlns:a16="http://schemas.microsoft.com/office/drawing/2014/main" id="{B15187E4-0342-4D42-8C99-6CCF941BE547}"/>
              </a:ext>
            </a:extLst>
          </p:cNvPr>
          <p:cNvGrpSpPr/>
          <p:nvPr/>
        </p:nvGrpSpPr>
        <p:grpSpPr>
          <a:xfrm>
            <a:off x="5417504" y="4575187"/>
            <a:ext cx="2636838" cy="799962"/>
            <a:chOff x="4321176" y="185859"/>
            <a:chExt cx="2636838" cy="799962"/>
          </a:xfrm>
        </p:grpSpPr>
        <p:sp>
          <p:nvSpPr>
            <p:cNvPr id="10" name="Retângulo arredondado 15">
              <a:extLst>
                <a:ext uri="{FF2B5EF4-FFF2-40B4-BE49-F238E27FC236}">
                  <a16:creationId xmlns:a16="http://schemas.microsoft.com/office/drawing/2014/main" id="{FC2A17E7-1624-4F78-B1D2-96991E715280}"/>
                </a:ext>
              </a:extLst>
            </p:cNvPr>
            <p:cNvSpPr/>
            <p:nvPr/>
          </p:nvSpPr>
          <p:spPr>
            <a:xfrm>
              <a:off x="4321176" y="288262"/>
              <a:ext cx="2636838" cy="69755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" name="Retângulo arredondado 16">
              <a:extLst>
                <a:ext uri="{FF2B5EF4-FFF2-40B4-BE49-F238E27FC236}">
                  <a16:creationId xmlns:a16="http://schemas.microsoft.com/office/drawing/2014/main" id="{09BA3FB0-5824-45DB-98F4-8DE38BFA3917}"/>
                </a:ext>
              </a:extLst>
            </p:cNvPr>
            <p:cNvSpPr/>
            <p:nvPr/>
          </p:nvSpPr>
          <p:spPr>
            <a:xfrm>
              <a:off x="4321176" y="185859"/>
              <a:ext cx="2636838" cy="69755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 TEMPO ACABOU!</a:t>
              </a:r>
            </a:p>
          </p:txBody>
        </p:sp>
      </p:grp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7E56FF-386A-980F-86AD-98A57C1FF2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7547" y="1473595"/>
            <a:ext cx="8885530" cy="2001892"/>
          </a:xfrm>
        </p:spPr>
        <p:txBody>
          <a:bodyPr/>
          <a:lstStyle/>
          <a:p>
            <a:r>
              <a:rPr lang="pt-BR" sz="3600" b="1" dirty="0"/>
              <a:t>Qual o perfil de projeto ideal</a:t>
            </a:r>
          </a:p>
          <a:p>
            <a:r>
              <a:rPr lang="pt-BR" sz="3600" b="1" dirty="0"/>
              <a:t>para o Cascata?</a:t>
            </a:r>
            <a:endParaRPr lang="pt-BR" sz="3600" dirty="0"/>
          </a:p>
          <a:p>
            <a:endParaRPr lang="pt-BR" sz="2000" dirty="0"/>
          </a:p>
        </p:txBody>
      </p:sp>
      <p:sp>
        <p:nvSpPr>
          <p:cNvPr id="13" name="AutoForma 3">
            <a:extLst>
              <a:ext uri="{FF2B5EF4-FFF2-40B4-BE49-F238E27FC236}">
                <a16:creationId xmlns:a16="http://schemas.microsoft.com/office/drawing/2014/main" id="{BDB8AB40-06A5-EAA5-C184-CD9D9AE32EAA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8906829" y="417386"/>
            <a:ext cx="3019425" cy="495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orma Livre 3">
            <a:extLst>
              <a:ext uri="{FF2B5EF4-FFF2-40B4-BE49-F238E27FC236}">
                <a16:creationId xmlns:a16="http://schemas.microsoft.com/office/drawing/2014/main" id="{4EFE8B25-4CC6-D145-CB62-9D8423406380}"/>
              </a:ext>
            </a:extLst>
          </p:cNvPr>
          <p:cNvSpPr>
            <a:spLocks/>
          </p:cNvSpPr>
          <p:nvPr/>
        </p:nvSpPr>
        <p:spPr bwMode="auto">
          <a:xfrm>
            <a:off x="9103679" y="704724"/>
            <a:ext cx="2628900" cy="4381500"/>
          </a:xfrm>
          <a:custGeom>
            <a:avLst/>
            <a:gdLst>
              <a:gd name="T0" fmla="*/ 1131 w 1131"/>
              <a:gd name="T1" fmla="*/ 0 h 1887"/>
              <a:gd name="T2" fmla="*/ 0 w 1131"/>
              <a:gd name="T3" fmla="*/ 0 h 1887"/>
              <a:gd name="T4" fmla="*/ 0 w 1131"/>
              <a:gd name="T5" fmla="*/ 194 h 1887"/>
              <a:gd name="T6" fmla="*/ 460 w 1131"/>
              <a:gd name="T7" fmla="*/ 934 h 1887"/>
              <a:gd name="T8" fmla="*/ 460 w 1131"/>
              <a:gd name="T9" fmla="*/ 954 h 1887"/>
              <a:gd name="T10" fmla="*/ 0 w 1131"/>
              <a:gd name="T11" fmla="*/ 1694 h 1887"/>
              <a:gd name="T12" fmla="*/ 0 w 1131"/>
              <a:gd name="T13" fmla="*/ 1887 h 1887"/>
              <a:gd name="T14" fmla="*/ 1131 w 1131"/>
              <a:gd name="T15" fmla="*/ 1887 h 1887"/>
              <a:gd name="T16" fmla="*/ 1131 w 1131"/>
              <a:gd name="T17" fmla="*/ 1694 h 1887"/>
              <a:gd name="T18" fmla="*/ 671 w 1131"/>
              <a:gd name="T19" fmla="*/ 954 h 1887"/>
              <a:gd name="T20" fmla="*/ 671 w 1131"/>
              <a:gd name="T21" fmla="*/ 934 h 1887"/>
              <a:gd name="T22" fmla="*/ 1131 w 1131"/>
              <a:gd name="T23" fmla="*/ 194 h 1887"/>
              <a:gd name="T24" fmla="*/ 1131 w 1131"/>
              <a:gd name="T25" fmla="*/ 0 h 18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31" h="1887">
                <a:moveTo>
                  <a:pt x="11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94"/>
                  <a:pt x="0" y="194"/>
                  <a:pt x="0" y="194"/>
                </a:cubicBezTo>
                <a:cubicBezTo>
                  <a:pt x="0" y="675"/>
                  <a:pt x="297" y="865"/>
                  <a:pt x="460" y="934"/>
                </a:cubicBezTo>
                <a:cubicBezTo>
                  <a:pt x="469" y="937"/>
                  <a:pt x="469" y="950"/>
                  <a:pt x="460" y="954"/>
                </a:cubicBezTo>
                <a:cubicBezTo>
                  <a:pt x="297" y="1022"/>
                  <a:pt x="0" y="1212"/>
                  <a:pt x="0" y="1694"/>
                </a:cubicBezTo>
                <a:cubicBezTo>
                  <a:pt x="0" y="1887"/>
                  <a:pt x="0" y="1887"/>
                  <a:pt x="0" y="1887"/>
                </a:cubicBezTo>
                <a:cubicBezTo>
                  <a:pt x="1131" y="1887"/>
                  <a:pt x="1131" y="1887"/>
                  <a:pt x="1131" y="1887"/>
                </a:cubicBezTo>
                <a:cubicBezTo>
                  <a:pt x="1131" y="1694"/>
                  <a:pt x="1131" y="1694"/>
                  <a:pt x="1131" y="1694"/>
                </a:cubicBezTo>
                <a:cubicBezTo>
                  <a:pt x="1131" y="1212"/>
                  <a:pt x="834" y="1022"/>
                  <a:pt x="671" y="954"/>
                </a:cubicBezTo>
                <a:cubicBezTo>
                  <a:pt x="661" y="950"/>
                  <a:pt x="661" y="937"/>
                  <a:pt x="671" y="934"/>
                </a:cubicBezTo>
                <a:cubicBezTo>
                  <a:pt x="834" y="865"/>
                  <a:pt x="1131" y="675"/>
                  <a:pt x="1131" y="194"/>
                </a:cubicBezTo>
                <a:cubicBezTo>
                  <a:pt x="1131" y="0"/>
                  <a:pt x="1131" y="0"/>
                  <a:pt x="1131" y="0"/>
                </a:cubicBezTo>
              </a:path>
            </a:pathLst>
          </a:custGeom>
          <a:solidFill>
            <a:srgbClr val="F5F5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orma Livre 4">
            <a:extLst>
              <a:ext uri="{FF2B5EF4-FFF2-40B4-BE49-F238E27FC236}">
                <a16:creationId xmlns:a16="http://schemas.microsoft.com/office/drawing/2014/main" id="{61015552-F534-2F34-CC61-6CB6AD3B08E1}"/>
              </a:ext>
            </a:extLst>
          </p:cNvPr>
          <p:cNvSpPr>
            <a:spLocks/>
          </p:cNvSpPr>
          <p:nvPr/>
        </p:nvSpPr>
        <p:spPr bwMode="auto">
          <a:xfrm>
            <a:off x="8908417" y="418974"/>
            <a:ext cx="3019425" cy="285750"/>
          </a:xfrm>
          <a:custGeom>
            <a:avLst/>
            <a:gdLst>
              <a:gd name="T0" fmla="*/ 1262 w 1299"/>
              <a:gd name="T1" fmla="*/ 0 h 123"/>
              <a:gd name="T2" fmla="*/ 36 w 1299"/>
              <a:gd name="T3" fmla="*/ 0 h 123"/>
              <a:gd name="T4" fmla="*/ 0 w 1299"/>
              <a:gd name="T5" fmla="*/ 36 h 123"/>
              <a:gd name="T6" fmla="*/ 0 w 1299"/>
              <a:gd name="T7" fmla="*/ 86 h 123"/>
              <a:gd name="T8" fmla="*/ 36 w 1299"/>
              <a:gd name="T9" fmla="*/ 123 h 123"/>
              <a:gd name="T10" fmla="*/ 1262 w 1299"/>
              <a:gd name="T11" fmla="*/ 123 h 123"/>
              <a:gd name="T12" fmla="*/ 1299 w 1299"/>
              <a:gd name="T13" fmla="*/ 86 h 123"/>
              <a:gd name="T14" fmla="*/ 1299 w 1299"/>
              <a:gd name="T15" fmla="*/ 36 h 123"/>
              <a:gd name="T16" fmla="*/ 1262 w 1299"/>
              <a:gd name="T17" fmla="*/ 0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9" h="123">
                <a:moveTo>
                  <a:pt x="1262" y="0"/>
                </a:moveTo>
                <a:cubicBezTo>
                  <a:pt x="36" y="0"/>
                  <a:pt x="36" y="0"/>
                  <a:pt x="36" y="0"/>
                </a:cubicBezTo>
                <a:cubicBezTo>
                  <a:pt x="16" y="0"/>
                  <a:pt x="0" y="16"/>
                  <a:pt x="0" y="36"/>
                </a:cubicBezTo>
                <a:cubicBezTo>
                  <a:pt x="0" y="86"/>
                  <a:pt x="0" y="86"/>
                  <a:pt x="0" y="86"/>
                </a:cubicBezTo>
                <a:cubicBezTo>
                  <a:pt x="0" y="107"/>
                  <a:pt x="16" y="123"/>
                  <a:pt x="36" y="123"/>
                </a:cubicBezTo>
                <a:cubicBezTo>
                  <a:pt x="1262" y="123"/>
                  <a:pt x="1262" y="123"/>
                  <a:pt x="1262" y="123"/>
                </a:cubicBezTo>
                <a:cubicBezTo>
                  <a:pt x="1283" y="123"/>
                  <a:pt x="1299" y="107"/>
                  <a:pt x="1299" y="86"/>
                </a:cubicBezTo>
                <a:cubicBezTo>
                  <a:pt x="1299" y="36"/>
                  <a:pt x="1299" y="36"/>
                  <a:pt x="1299" y="36"/>
                </a:cubicBezTo>
                <a:cubicBezTo>
                  <a:pt x="1299" y="16"/>
                  <a:pt x="1283" y="0"/>
                  <a:pt x="1262" y="0"/>
                </a:cubicBezTo>
                <a:close/>
              </a:path>
            </a:pathLst>
          </a:custGeom>
          <a:solidFill>
            <a:srgbClr val="8C623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Forma livre 5">
            <a:extLst>
              <a:ext uri="{FF2B5EF4-FFF2-40B4-BE49-F238E27FC236}">
                <a16:creationId xmlns:a16="http://schemas.microsoft.com/office/drawing/2014/main" id="{93286439-1FDD-C037-F9D5-5BA6F70229FB}"/>
              </a:ext>
            </a:extLst>
          </p:cNvPr>
          <p:cNvSpPr>
            <a:spLocks/>
          </p:cNvSpPr>
          <p:nvPr/>
        </p:nvSpPr>
        <p:spPr bwMode="auto">
          <a:xfrm>
            <a:off x="8908417" y="5086224"/>
            <a:ext cx="3019425" cy="288925"/>
          </a:xfrm>
          <a:custGeom>
            <a:avLst/>
            <a:gdLst>
              <a:gd name="T0" fmla="*/ 1262 w 1299"/>
              <a:gd name="T1" fmla="*/ 0 h 124"/>
              <a:gd name="T2" fmla="*/ 36 w 1299"/>
              <a:gd name="T3" fmla="*/ 0 h 124"/>
              <a:gd name="T4" fmla="*/ 0 w 1299"/>
              <a:gd name="T5" fmla="*/ 37 h 124"/>
              <a:gd name="T6" fmla="*/ 0 w 1299"/>
              <a:gd name="T7" fmla="*/ 87 h 124"/>
              <a:gd name="T8" fmla="*/ 36 w 1299"/>
              <a:gd name="T9" fmla="*/ 124 h 124"/>
              <a:gd name="T10" fmla="*/ 1262 w 1299"/>
              <a:gd name="T11" fmla="*/ 124 h 124"/>
              <a:gd name="T12" fmla="*/ 1299 w 1299"/>
              <a:gd name="T13" fmla="*/ 87 h 124"/>
              <a:gd name="T14" fmla="*/ 1299 w 1299"/>
              <a:gd name="T15" fmla="*/ 37 h 124"/>
              <a:gd name="T16" fmla="*/ 1262 w 1299"/>
              <a:gd name="T17" fmla="*/ 0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9" h="124">
                <a:moveTo>
                  <a:pt x="1262" y="0"/>
                </a:moveTo>
                <a:cubicBezTo>
                  <a:pt x="36" y="0"/>
                  <a:pt x="36" y="0"/>
                  <a:pt x="36" y="0"/>
                </a:cubicBezTo>
                <a:cubicBezTo>
                  <a:pt x="16" y="0"/>
                  <a:pt x="0" y="17"/>
                  <a:pt x="0" y="37"/>
                </a:cubicBezTo>
                <a:cubicBezTo>
                  <a:pt x="0" y="87"/>
                  <a:pt x="0" y="87"/>
                  <a:pt x="0" y="87"/>
                </a:cubicBezTo>
                <a:cubicBezTo>
                  <a:pt x="0" y="107"/>
                  <a:pt x="16" y="124"/>
                  <a:pt x="36" y="124"/>
                </a:cubicBezTo>
                <a:cubicBezTo>
                  <a:pt x="1262" y="124"/>
                  <a:pt x="1262" y="124"/>
                  <a:pt x="1262" y="124"/>
                </a:cubicBezTo>
                <a:cubicBezTo>
                  <a:pt x="1283" y="124"/>
                  <a:pt x="1299" y="107"/>
                  <a:pt x="1299" y="87"/>
                </a:cubicBezTo>
                <a:cubicBezTo>
                  <a:pt x="1299" y="37"/>
                  <a:pt x="1299" y="37"/>
                  <a:pt x="1299" y="37"/>
                </a:cubicBezTo>
                <a:cubicBezTo>
                  <a:pt x="1299" y="17"/>
                  <a:pt x="1283" y="0"/>
                  <a:pt x="1262" y="0"/>
                </a:cubicBezTo>
                <a:close/>
              </a:path>
            </a:pathLst>
          </a:custGeom>
          <a:solidFill>
            <a:srgbClr val="8C623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orma Livre 6">
            <a:extLst>
              <a:ext uri="{FF2B5EF4-FFF2-40B4-BE49-F238E27FC236}">
                <a16:creationId xmlns:a16="http://schemas.microsoft.com/office/drawing/2014/main" id="{9E54DC8B-45D0-7087-9788-E4A2B24266A0}"/>
              </a:ext>
            </a:extLst>
          </p:cNvPr>
          <p:cNvSpPr>
            <a:spLocks/>
          </p:cNvSpPr>
          <p:nvPr/>
        </p:nvSpPr>
        <p:spPr bwMode="auto">
          <a:xfrm>
            <a:off x="8908417" y="5202111"/>
            <a:ext cx="3019425" cy="173038"/>
          </a:xfrm>
          <a:custGeom>
            <a:avLst/>
            <a:gdLst>
              <a:gd name="T0" fmla="*/ 1262 w 1299"/>
              <a:gd name="T1" fmla="*/ 36 h 74"/>
              <a:gd name="T2" fmla="*/ 36 w 1299"/>
              <a:gd name="T3" fmla="*/ 36 h 74"/>
              <a:gd name="T4" fmla="*/ 0 w 1299"/>
              <a:gd name="T5" fmla="*/ 0 h 74"/>
              <a:gd name="T6" fmla="*/ 0 w 1299"/>
              <a:gd name="T7" fmla="*/ 37 h 74"/>
              <a:gd name="T8" fmla="*/ 36 w 1299"/>
              <a:gd name="T9" fmla="*/ 74 h 74"/>
              <a:gd name="T10" fmla="*/ 1262 w 1299"/>
              <a:gd name="T11" fmla="*/ 74 h 74"/>
              <a:gd name="T12" fmla="*/ 1299 w 1299"/>
              <a:gd name="T13" fmla="*/ 37 h 74"/>
              <a:gd name="T14" fmla="*/ 1299 w 1299"/>
              <a:gd name="T15" fmla="*/ 0 h 74"/>
              <a:gd name="T16" fmla="*/ 1262 w 1299"/>
              <a:gd name="T17" fmla="*/ 36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9" h="74">
                <a:moveTo>
                  <a:pt x="1262" y="36"/>
                </a:moveTo>
                <a:cubicBezTo>
                  <a:pt x="36" y="36"/>
                  <a:pt x="36" y="36"/>
                  <a:pt x="36" y="36"/>
                </a:cubicBezTo>
                <a:cubicBezTo>
                  <a:pt x="16" y="36"/>
                  <a:pt x="0" y="20"/>
                  <a:pt x="0" y="0"/>
                </a:cubicBezTo>
                <a:cubicBezTo>
                  <a:pt x="0" y="37"/>
                  <a:pt x="0" y="37"/>
                  <a:pt x="0" y="37"/>
                </a:cubicBezTo>
                <a:cubicBezTo>
                  <a:pt x="0" y="57"/>
                  <a:pt x="16" y="74"/>
                  <a:pt x="36" y="74"/>
                </a:cubicBezTo>
                <a:cubicBezTo>
                  <a:pt x="1262" y="74"/>
                  <a:pt x="1262" y="74"/>
                  <a:pt x="1262" y="74"/>
                </a:cubicBezTo>
                <a:cubicBezTo>
                  <a:pt x="1283" y="74"/>
                  <a:pt x="1299" y="57"/>
                  <a:pt x="1299" y="37"/>
                </a:cubicBezTo>
                <a:cubicBezTo>
                  <a:pt x="1299" y="0"/>
                  <a:pt x="1299" y="0"/>
                  <a:pt x="1299" y="0"/>
                </a:cubicBezTo>
                <a:cubicBezTo>
                  <a:pt x="1299" y="20"/>
                  <a:pt x="1283" y="36"/>
                  <a:pt x="1262" y="36"/>
                </a:cubicBezTo>
                <a:close/>
              </a:path>
            </a:pathLst>
          </a:custGeom>
          <a:solidFill>
            <a:srgbClr val="855C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parte superior com areia">
            <a:extLst>
              <a:ext uri="{FF2B5EF4-FFF2-40B4-BE49-F238E27FC236}">
                <a16:creationId xmlns:a16="http://schemas.microsoft.com/office/drawing/2014/main" id="{B88EE1FA-CA88-A24B-0FE9-5B406B771A61}"/>
              </a:ext>
            </a:extLst>
          </p:cNvPr>
          <p:cNvSpPr>
            <a:spLocks/>
          </p:cNvSpPr>
          <p:nvPr/>
        </p:nvSpPr>
        <p:spPr bwMode="auto">
          <a:xfrm>
            <a:off x="9221154" y="1352424"/>
            <a:ext cx="2395538" cy="1495425"/>
          </a:xfrm>
          <a:custGeom>
            <a:avLst/>
            <a:gdLst>
              <a:gd name="T0" fmla="*/ 22 w 1031"/>
              <a:gd name="T1" fmla="*/ 4 h 644"/>
              <a:gd name="T2" fmla="*/ 1 w 1031"/>
              <a:gd name="T3" fmla="*/ 21 h 644"/>
              <a:gd name="T4" fmla="*/ 78 w 1031"/>
              <a:gd name="T5" fmla="*/ 295 h 644"/>
              <a:gd name="T6" fmla="*/ 259 w 1031"/>
              <a:gd name="T7" fmla="*/ 515 h 644"/>
              <a:gd name="T8" fmla="*/ 516 w 1031"/>
              <a:gd name="T9" fmla="*/ 644 h 644"/>
              <a:gd name="T10" fmla="*/ 769 w 1031"/>
              <a:gd name="T11" fmla="*/ 518 h 644"/>
              <a:gd name="T12" fmla="*/ 952 w 1031"/>
              <a:gd name="T13" fmla="*/ 297 h 644"/>
              <a:gd name="T14" fmla="*/ 1030 w 1031"/>
              <a:gd name="T15" fmla="*/ 21 h 644"/>
              <a:gd name="T16" fmla="*/ 1009 w 1031"/>
              <a:gd name="T17" fmla="*/ 4 h 644"/>
              <a:gd name="T18" fmla="*/ 661 w 1031"/>
              <a:gd name="T19" fmla="*/ 118 h 644"/>
              <a:gd name="T20" fmla="*/ 370 w 1031"/>
              <a:gd name="T21" fmla="*/ 118 h 644"/>
              <a:gd name="T22" fmla="*/ 22 w 1031"/>
              <a:gd name="T23" fmla="*/ 4 h 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31" h="644">
                <a:moveTo>
                  <a:pt x="22" y="4"/>
                </a:moveTo>
                <a:cubicBezTo>
                  <a:pt x="11" y="0"/>
                  <a:pt x="0" y="10"/>
                  <a:pt x="1" y="21"/>
                </a:cubicBezTo>
                <a:cubicBezTo>
                  <a:pt x="11" y="122"/>
                  <a:pt x="37" y="214"/>
                  <a:pt x="78" y="295"/>
                </a:cubicBezTo>
                <a:cubicBezTo>
                  <a:pt x="122" y="381"/>
                  <a:pt x="182" y="455"/>
                  <a:pt x="259" y="515"/>
                </a:cubicBezTo>
                <a:cubicBezTo>
                  <a:pt x="370" y="603"/>
                  <a:pt x="483" y="636"/>
                  <a:pt x="516" y="644"/>
                </a:cubicBezTo>
                <a:cubicBezTo>
                  <a:pt x="548" y="636"/>
                  <a:pt x="658" y="604"/>
                  <a:pt x="769" y="518"/>
                </a:cubicBezTo>
                <a:cubicBezTo>
                  <a:pt x="846" y="458"/>
                  <a:pt x="908" y="384"/>
                  <a:pt x="952" y="297"/>
                </a:cubicBezTo>
                <a:cubicBezTo>
                  <a:pt x="993" y="216"/>
                  <a:pt x="1019" y="123"/>
                  <a:pt x="1030" y="21"/>
                </a:cubicBezTo>
                <a:cubicBezTo>
                  <a:pt x="1031" y="10"/>
                  <a:pt x="1020" y="0"/>
                  <a:pt x="1009" y="4"/>
                </a:cubicBezTo>
                <a:cubicBezTo>
                  <a:pt x="661" y="118"/>
                  <a:pt x="661" y="118"/>
                  <a:pt x="661" y="118"/>
                </a:cubicBezTo>
                <a:cubicBezTo>
                  <a:pt x="566" y="149"/>
                  <a:pt x="465" y="149"/>
                  <a:pt x="370" y="118"/>
                </a:cubicBezTo>
                <a:lnTo>
                  <a:pt x="22" y="4"/>
                </a:lnTo>
                <a:close/>
              </a:path>
            </a:pathLst>
          </a:custGeom>
          <a:solidFill>
            <a:srgbClr val="EDCD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parte inferior com areia">
            <a:extLst>
              <a:ext uri="{FF2B5EF4-FFF2-40B4-BE49-F238E27FC236}">
                <a16:creationId xmlns:a16="http://schemas.microsoft.com/office/drawing/2014/main" id="{6128B59A-E10A-DFDB-4B62-6C3EF0BF50DC}"/>
              </a:ext>
            </a:extLst>
          </p:cNvPr>
          <p:cNvSpPr>
            <a:spLocks/>
          </p:cNvSpPr>
          <p:nvPr/>
        </p:nvSpPr>
        <p:spPr bwMode="auto">
          <a:xfrm>
            <a:off x="9208454" y="4027361"/>
            <a:ext cx="2417763" cy="1058863"/>
          </a:xfrm>
          <a:custGeom>
            <a:avLst/>
            <a:gdLst>
              <a:gd name="T0" fmla="*/ 0 w 1523"/>
              <a:gd name="T1" fmla="*/ 667 h 667"/>
              <a:gd name="T2" fmla="*/ 763 w 1523"/>
              <a:gd name="T3" fmla="*/ 0 h 667"/>
              <a:gd name="T4" fmla="*/ 1523 w 1523"/>
              <a:gd name="T5" fmla="*/ 667 h 667"/>
              <a:gd name="T6" fmla="*/ 0 w 1523"/>
              <a:gd name="T7" fmla="*/ 667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23" h="667">
                <a:moveTo>
                  <a:pt x="0" y="667"/>
                </a:moveTo>
                <a:lnTo>
                  <a:pt x="763" y="0"/>
                </a:lnTo>
                <a:lnTo>
                  <a:pt x="1523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EDCD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conector reto">
            <a:extLst>
              <a:ext uri="{FF2B5EF4-FFF2-40B4-BE49-F238E27FC236}">
                <a16:creationId xmlns:a16="http://schemas.microsoft.com/office/drawing/2014/main" id="{B008C551-B567-12F2-5250-6D28B47E7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5267" y="2824830"/>
            <a:ext cx="87313" cy="2259807"/>
          </a:xfrm>
          <a:prstGeom prst="rect">
            <a:avLst/>
          </a:prstGeom>
          <a:solidFill>
            <a:srgbClr val="EDCD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208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" dur="6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59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60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0000"/>
                            </p:stCondLst>
                            <p:childTnLst>
                              <p:par>
                                <p:cTn id="15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1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ço Reservado para Texto 17"/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pt-BR"/>
              <a:t>50</a:t>
            </a:r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600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5CF7848-2583-C655-205F-0214A3FDCBCF}"/>
              </a:ext>
            </a:extLst>
          </p:cNvPr>
          <p:cNvSpPr txBox="1"/>
          <p:nvPr/>
        </p:nvSpPr>
        <p:spPr>
          <a:xfrm>
            <a:off x="2837323" y="2010511"/>
            <a:ext cx="634553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/>
              <a:t>Resposta: Projetos com requisitos fixos, bem conhecidos e que não sofrerão mudanças.</a:t>
            </a:r>
          </a:p>
        </p:txBody>
      </p:sp>
    </p:spTree>
    <p:extLst>
      <p:ext uri="{BB962C8B-B14F-4D97-AF65-F5344CB8AC3E}">
        <p14:creationId xmlns:p14="http://schemas.microsoft.com/office/powerpoint/2010/main" val="2123462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As perguntas da categoria 3 estão apresentadas a seguir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0259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7"/>
          <p:cNvSpPr>
            <a:spLocks noGrp="1"/>
          </p:cNvSpPr>
          <p:nvPr>
            <p:ph type="body" sz="quarter" idx="13"/>
          </p:nvPr>
        </p:nvSpPr>
        <p:spPr>
          <a:xfrm>
            <a:off x="1841679" y="1873957"/>
            <a:ext cx="6631112" cy="2001892"/>
          </a:xfrm>
        </p:spPr>
        <p:txBody>
          <a:bodyPr rtlCol="0"/>
          <a:lstStyle/>
          <a:p>
            <a:r>
              <a:rPr lang="pt-BR" sz="3600" dirty="0"/>
              <a:t>Projetos Ágeis têm maior probabilidade de sucesso que projetos Cascata.</a:t>
            </a:r>
            <a:endParaRPr lang="en-US" sz="3600" dirty="0"/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pt-BR"/>
              <a:t>10</a:t>
            </a:r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100</a:t>
            </a:r>
            <a:endParaRPr lang="en-US" dirty="0"/>
          </a:p>
        </p:txBody>
      </p:sp>
      <p:grpSp>
        <p:nvGrpSpPr>
          <p:cNvPr id="5" name="botão: iniciar temporizador">
            <a:extLst>
              <a:ext uri="{FF2B5EF4-FFF2-40B4-BE49-F238E27FC236}">
                <a16:creationId xmlns:a16="http://schemas.microsoft.com/office/drawing/2014/main" id="{DF22F8B5-17D6-47BF-B22F-41959BCBC4A8}"/>
              </a:ext>
            </a:extLst>
          </p:cNvPr>
          <p:cNvGrpSpPr/>
          <p:nvPr/>
        </p:nvGrpSpPr>
        <p:grpSpPr>
          <a:xfrm>
            <a:off x="5417504" y="4575187"/>
            <a:ext cx="2636838" cy="799962"/>
            <a:chOff x="1332706" y="185859"/>
            <a:chExt cx="2636838" cy="799962"/>
          </a:xfrm>
        </p:grpSpPr>
        <p:sp>
          <p:nvSpPr>
            <p:cNvPr id="6" name="Retângulo arredondado 12">
              <a:extLst>
                <a:ext uri="{FF2B5EF4-FFF2-40B4-BE49-F238E27FC236}">
                  <a16:creationId xmlns:a16="http://schemas.microsoft.com/office/drawing/2014/main" id="{600F3C48-8190-489E-B651-C35BD3A4EC2C}"/>
                </a:ext>
              </a:extLst>
            </p:cNvPr>
            <p:cNvSpPr/>
            <p:nvPr/>
          </p:nvSpPr>
          <p:spPr>
            <a:xfrm>
              <a:off x="1332706" y="288262"/>
              <a:ext cx="2636838" cy="69755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" name="Retângulo arredondado 13">
              <a:extLst>
                <a:ext uri="{FF2B5EF4-FFF2-40B4-BE49-F238E27FC236}">
                  <a16:creationId xmlns:a16="http://schemas.microsoft.com/office/drawing/2014/main" id="{8E5A37C4-45BF-404F-8686-53F9BC9A94F3}"/>
                </a:ext>
              </a:extLst>
            </p:cNvPr>
            <p:cNvSpPr/>
            <p:nvPr/>
          </p:nvSpPr>
          <p:spPr>
            <a:xfrm>
              <a:off x="1332706" y="185859"/>
              <a:ext cx="2636838" cy="69755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INICIAR TEMPORIZADOR</a:t>
              </a:r>
            </a:p>
          </p:txBody>
        </p:sp>
      </p:grpSp>
      <p:grpSp>
        <p:nvGrpSpPr>
          <p:cNvPr id="9" name="o tempo acabou">
            <a:extLst>
              <a:ext uri="{FF2B5EF4-FFF2-40B4-BE49-F238E27FC236}">
                <a16:creationId xmlns:a16="http://schemas.microsoft.com/office/drawing/2014/main" id="{D272F9BE-E07A-4A0C-B9B1-1B083D150663}"/>
              </a:ext>
            </a:extLst>
          </p:cNvPr>
          <p:cNvGrpSpPr/>
          <p:nvPr/>
        </p:nvGrpSpPr>
        <p:grpSpPr>
          <a:xfrm>
            <a:off x="5417504" y="4575187"/>
            <a:ext cx="2636838" cy="799962"/>
            <a:chOff x="4321176" y="185859"/>
            <a:chExt cx="2636838" cy="799962"/>
          </a:xfrm>
        </p:grpSpPr>
        <p:sp>
          <p:nvSpPr>
            <p:cNvPr id="10" name="Retângulo arredondado 15">
              <a:extLst>
                <a:ext uri="{FF2B5EF4-FFF2-40B4-BE49-F238E27FC236}">
                  <a16:creationId xmlns:a16="http://schemas.microsoft.com/office/drawing/2014/main" id="{2B24BB15-58CA-4DC9-979D-9C19D677E9B0}"/>
                </a:ext>
              </a:extLst>
            </p:cNvPr>
            <p:cNvSpPr/>
            <p:nvPr/>
          </p:nvSpPr>
          <p:spPr>
            <a:xfrm>
              <a:off x="4321176" y="288262"/>
              <a:ext cx="2636838" cy="69755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" name="Retângulo arredondado 16">
              <a:extLst>
                <a:ext uri="{FF2B5EF4-FFF2-40B4-BE49-F238E27FC236}">
                  <a16:creationId xmlns:a16="http://schemas.microsoft.com/office/drawing/2014/main" id="{9B920B68-3BE8-4C9D-92CB-63BFB7BA3C3C}"/>
                </a:ext>
              </a:extLst>
            </p:cNvPr>
            <p:cNvSpPr/>
            <p:nvPr/>
          </p:nvSpPr>
          <p:spPr>
            <a:xfrm>
              <a:off x="4321176" y="185859"/>
              <a:ext cx="2636838" cy="69755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 TEMPO ACABOU!</a:t>
              </a:r>
            </a:p>
          </p:txBody>
        </p:sp>
      </p:grpSp>
      <p:sp>
        <p:nvSpPr>
          <p:cNvPr id="12" name="AutoForma 3">
            <a:extLst>
              <a:ext uri="{FF2B5EF4-FFF2-40B4-BE49-F238E27FC236}">
                <a16:creationId xmlns:a16="http://schemas.microsoft.com/office/drawing/2014/main" id="{4FF24AF2-FA4C-400E-91F7-00AE77E620E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8906829" y="417386"/>
            <a:ext cx="3019425" cy="495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orma Livre 3">
            <a:extLst>
              <a:ext uri="{FF2B5EF4-FFF2-40B4-BE49-F238E27FC236}">
                <a16:creationId xmlns:a16="http://schemas.microsoft.com/office/drawing/2014/main" id="{B1239769-4C88-40D7-B11F-1779D69B703A}"/>
              </a:ext>
            </a:extLst>
          </p:cNvPr>
          <p:cNvSpPr>
            <a:spLocks/>
          </p:cNvSpPr>
          <p:nvPr/>
        </p:nvSpPr>
        <p:spPr bwMode="auto">
          <a:xfrm>
            <a:off x="9103679" y="704724"/>
            <a:ext cx="2628900" cy="4381500"/>
          </a:xfrm>
          <a:custGeom>
            <a:avLst/>
            <a:gdLst>
              <a:gd name="T0" fmla="*/ 1131 w 1131"/>
              <a:gd name="T1" fmla="*/ 0 h 1887"/>
              <a:gd name="T2" fmla="*/ 0 w 1131"/>
              <a:gd name="T3" fmla="*/ 0 h 1887"/>
              <a:gd name="T4" fmla="*/ 0 w 1131"/>
              <a:gd name="T5" fmla="*/ 194 h 1887"/>
              <a:gd name="T6" fmla="*/ 460 w 1131"/>
              <a:gd name="T7" fmla="*/ 934 h 1887"/>
              <a:gd name="T8" fmla="*/ 460 w 1131"/>
              <a:gd name="T9" fmla="*/ 954 h 1887"/>
              <a:gd name="T10" fmla="*/ 0 w 1131"/>
              <a:gd name="T11" fmla="*/ 1694 h 1887"/>
              <a:gd name="T12" fmla="*/ 0 w 1131"/>
              <a:gd name="T13" fmla="*/ 1887 h 1887"/>
              <a:gd name="T14" fmla="*/ 1131 w 1131"/>
              <a:gd name="T15" fmla="*/ 1887 h 1887"/>
              <a:gd name="T16" fmla="*/ 1131 w 1131"/>
              <a:gd name="T17" fmla="*/ 1694 h 1887"/>
              <a:gd name="T18" fmla="*/ 671 w 1131"/>
              <a:gd name="T19" fmla="*/ 954 h 1887"/>
              <a:gd name="T20" fmla="*/ 671 w 1131"/>
              <a:gd name="T21" fmla="*/ 934 h 1887"/>
              <a:gd name="T22" fmla="*/ 1131 w 1131"/>
              <a:gd name="T23" fmla="*/ 194 h 1887"/>
              <a:gd name="T24" fmla="*/ 1131 w 1131"/>
              <a:gd name="T25" fmla="*/ 0 h 18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31" h="1887">
                <a:moveTo>
                  <a:pt x="11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94"/>
                  <a:pt x="0" y="194"/>
                  <a:pt x="0" y="194"/>
                </a:cubicBezTo>
                <a:cubicBezTo>
                  <a:pt x="0" y="675"/>
                  <a:pt x="297" y="865"/>
                  <a:pt x="460" y="934"/>
                </a:cubicBezTo>
                <a:cubicBezTo>
                  <a:pt x="469" y="937"/>
                  <a:pt x="469" y="950"/>
                  <a:pt x="460" y="954"/>
                </a:cubicBezTo>
                <a:cubicBezTo>
                  <a:pt x="297" y="1022"/>
                  <a:pt x="0" y="1212"/>
                  <a:pt x="0" y="1694"/>
                </a:cubicBezTo>
                <a:cubicBezTo>
                  <a:pt x="0" y="1887"/>
                  <a:pt x="0" y="1887"/>
                  <a:pt x="0" y="1887"/>
                </a:cubicBezTo>
                <a:cubicBezTo>
                  <a:pt x="1131" y="1887"/>
                  <a:pt x="1131" y="1887"/>
                  <a:pt x="1131" y="1887"/>
                </a:cubicBezTo>
                <a:cubicBezTo>
                  <a:pt x="1131" y="1694"/>
                  <a:pt x="1131" y="1694"/>
                  <a:pt x="1131" y="1694"/>
                </a:cubicBezTo>
                <a:cubicBezTo>
                  <a:pt x="1131" y="1212"/>
                  <a:pt x="834" y="1022"/>
                  <a:pt x="671" y="954"/>
                </a:cubicBezTo>
                <a:cubicBezTo>
                  <a:pt x="661" y="950"/>
                  <a:pt x="661" y="937"/>
                  <a:pt x="671" y="934"/>
                </a:cubicBezTo>
                <a:cubicBezTo>
                  <a:pt x="834" y="865"/>
                  <a:pt x="1131" y="675"/>
                  <a:pt x="1131" y="194"/>
                </a:cubicBezTo>
                <a:cubicBezTo>
                  <a:pt x="1131" y="0"/>
                  <a:pt x="1131" y="0"/>
                  <a:pt x="1131" y="0"/>
                </a:cubicBezTo>
              </a:path>
            </a:pathLst>
          </a:custGeom>
          <a:solidFill>
            <a:srgbClr val="F5F5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orma Livre 4">
            <a:extLst>
              <a:ext uri="{FF2B5EF4-FFF2-40B4-BE49-F238E27FC236}">
                <a16:creationId xmlns:a16="http://schemas.microsoft.com/office/drawing/2014/main" id="{89E1411D-3ECA-4563-9433-905F4EA0B6CC}"/>
              </a:ext>
            </a:extLst>
          </p:cNvPr>
          <p:cNvSpPr>
            <a:spLocks/>
          </p:cNvSpPr>
          <p:nvPr/>
        </p:nvSpPr>
        <p:spPr bwMode="auto">
          <a:xfrm>
            <a:off x="8908417" y="418974"/>
            <a:ext cx="3019425" cy="285750"/>
          </a:xfrm>
          <a:custGeom>
            <a:avLst/>
            <a:gdLst>
              <a:gd name="T0" fmla="*/ 1262 w 1299"/>
              <a:gd name="T1" fmla="*/ 0 h 123"/>
              <a:gd name="T2" fmla="*/ 36 w 1299"/>
              <a:gd name="T3" fmla="*/ 0 h 123"/>
              <a:gd name="T4" fmla="*/ 0 w 1299"/>
              <a:gd name="T5" fmla="*/ 36 h 123"/>
              <a:gd name="T6" fmla="*/ 0 w 1299"/>
              <a:gd name="T7" fmla="*/ 86 h 123"/>
              <a:gd name="T8" fmla="*/ 36 w 1299"/>
              <a:gd name="T9" fmla="*/ 123 h 123"/>
              <a:gd name="T10" fmla="*/ 1262 w 1299"/>
              <a:gd name="T11" fmla="*/ 123 h 123"/>
              <a:gd name="T12" fmla="*/ 1299 w 1299"/>
              <a:gd name="T13" fmla="*/ 86 h 123"/>
              <a:gd name="T14" fmla="*/ 1299 w 1299"/>
              <a:gd name="T15" fmla="*/ 36 h 123"/>
              <a:gd name="T16" fmla="*/ 1262 w 1299"/>
              <a:gd name="T17" fmla="*/ 0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9" h="123">
                <a:moveTo>
                  <a:pt x="1262" y="0"/>
                </a:moveTo>
                <a:cubicBezTo>
                  <a:pt x="36" y="0"/>
                  <a:pt x="36" y="0"/>
                  <a:pt x="36" y="0"/>
                </a:cubicBezTo>
                <a:cubicBezTo>
                  <a:pt x="16" y="0"/>
                  <a:pt x="0" y="16"/>
                  <a:pt x="0" y="36"/>
                </a:cubicBezTo>
                <a:cubicBezTo>
                  <a:pt x="0" y="86"/>
                  <a:pt x="0" y="86"/>
                  <a:pt x="0" y="86"/>
                </a:cubicBezTo>
                <a:cubicBezTo>
                  <a:pt x="0" y="107"/>
                  <a:pt x="16" y="123"/>
                  <a:pt x="36" y="123"/>
                </a:cubicBezTo>
                <a:cubicBezTo>
                  <a:pt x="1262" y="123"/>
                  <a:pt x="1262" y="123"/>
                  <a:pt x="1262" y="123"/>
                </a:cubicBezTo>
                <a:cubicBezTo>
                  <a:pt x="1283" y="123"/>
                  <a:pt x="1299" y="107"/>
                  <a:pt x="1299" y="86"/>
                </a:cubicBezTo>
                <a:cubicBezTo>
                  <a:pt x="1299" y="36"/>
                  <a:pt x="1299" y="36"/>
                  <a:pt x="1299" y="36"/>
                </a:cubicBezTo>
                <a:cubicBezTo>
                  <a:pt x="1299" y="16"/>
                  <a:pt x="1283" y="0"/>
                  <a:pt x="1262" y="0"/>
                </a:cubicBezTo>
                <a:close/>
              </a:path>
            </a:pathLst>
          </a:custGeom>
          <a:solidFill>
            <a:srgbClr val="8C623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Forma livre 5">
            <a:extLst>
              <a:ext uri="{FF2B5EF4-FFF2-40B4-BE49-F238E27FC236}">
                <a16:creationId xmlns:a16="http://schemas.microsoft.com/office/drawing/2014/main" id="{A422B230-C637-4A14-803F-FA0B76C8B7E6}"/>
              </a:ext>
            </a:extLst>
          </p:cNvPr>
          <p:cNvSpPr>
            <a:spLocks/>
          </p:cNvSpPr>
          <p:nvPr/>
        </p:nvSpPr>
        <p:spPr bwMode="auto">
          <a:xfrm>
            <a:off x="8908417" y="5086224"/>
            <a:ext cx="3019425" cy="288925"/>
          </a:xfrm>
          <a:custGeom>
            <a:avLst/>
            <a:gdLst>
              <a:gd name="T0" fmla="*/ 1262 w 1299"/>
              <a:gd name="T1" fmla="*/ 0 h 124"/>
              <a:gd name="T2" fmla="*/ 36 w 1299"/>
              <a:gd name="T3" fmla="*/ 0 h 124"/>
              <a:gd name="T4" fmla="*/ 0 w 1299"/>
              <a:gd name="T5" fmla="*/ 37 h 124"/>
              <a:gd name="T6" fmla="*/ 0 w 1299"/>
              <a:gd name="T7" fmla="*/ 87 h 124"/>
              <a:gd name="T8" fmla="*/ 36 w 1299"/>
              <a:gd name="T9" fmla="*/ 124 h 124"/>
              <a:gd name="T10" fmla="*/ 1262 w 1299"/>
              <a:gd name="T11" fmla="*/ 124 h 124"/>
              <a:gd name="T12" fmla="*/ 1299 w 1299"/>
              <a:gd name="T13" fmla="*/ 87 h 124"/>
              <a:gd name="T14" fmla="*/ 1299 w 1299"/>
              <a:gd name="T15" fmla="*/ 37 h 124"/>
              <a:gd name="T16" fmla="*/ 1262 w 1299"/>
              <a:gd name="T17" fmla="*/ 0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9" h="124">
                <a:moveTo>
                  <a:pt x="1262" y="0"/>
                </a:moveTo>
                <a:cubicBezTo>
                  <a:pt x="36" y="0"/>
                  <a:pt x="36" y="0"/>
                  <a:pt x="36" y="0"/>
                </a:cubicBezTo>
                <a:cubicBezTo>
                  <a:pt x="16" y="0"/>
                  <a:pt x="0" y="17"/>
                  <a:pt x="0" y="37"/>
                </a:cubicBezTo>
                <a:cubicBezTo>
                  <a:pt x="0" y="87"/>
                  <a:pt x="0" y="87"/>
                  <a:pt x="0" y="87"/>
                </a:cubicBezTo>
                <a:cubicBezTo>
                  <a:pt x="0" y="107"/>
                  <a:pt x="16" y="124"/>
                  <a:pt x="36" y="124"/>
                </a:cubicBezTo>
                <a:cubicBezTo>
                  <a:pt x="1262" y="124"/>
                  <a:pt x="1262" y="124"/>
                  <a:pt x="1262" y="124"/>
                </a:cubicBezTo>
                <a:cubicBezTo>
                  <a:pt x="1283" y="124"/>
                  <a:pt x="1299" y="107"/>
                  <a:pt x="1299" y="87"/>
                </a:cubicBezTo>
                <a:cubicBezTo>
                  <a:pt x="1299" y="37"/>
                  <a:pt x="1299" y="37"/>
                  <a:pt x="1299" y="37"/>
                </a:cubicBezTo>
                <a:cubicBezTo>
                  <a:pt x="1299" y="17"/>
                  <a:pt x="1283" y="0"/>
                  <a:pt x="1262" y="0"/>
                </a:cubicBezTo>
                <a:close/>
              </a:path>
            </a:pathLst>
          </a:custGeom>
          <a:solidFill>
            <a:srgbClr val="8C623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orma Livre 6">
            <a:extLst>
              <a:ext uri="{FF2B5EF4-FFF2-40B4-BE49-F238E27FC236}">
                <a16:creationId xmlns:a16="http://schemas.microsoft.com/office/drawing/2014/main" id="{3B62ED3A-7AA2-4339-8099-7DB8B3083396}"/>
              </a:ext>
            </a:extLst>
          </p:cNvPr>
          <p:cNvSpPr>
            <a:spLocks/>
          </p:cNvSpPr>
          <p:nvPr/>
        </p:nvSpPr>
        <p:spPr bwMode="auto">
          <a:xfrm>
            <a:off x="8908417" y="5202111"/>
            <a:ext cx="3019425" cy="173038"/>
          </a:xfrm>
          <a:custGeom>
            <a:avLst/>
            <a:gdLst>
              <a:gd name="T0" fmla="*/ 1262 w 1299"/>
              <a:gd name="T1" fmla="*/ 36 h 74"/>
              <a:gd name="T2" fmla="*/ 36 w 1299"/>
              <a:gd name="T3" fmla="*/ 36 h 74"/>
              <a:gd name="T4" fmla="*/ 0 w 1299"/>
              <a:gd name="T5" fmla="*/ 0 h 74"/>
              <a:gd name="T6" fmla="*/ 0 w 1299"/>
              <a:gd name="T7" fmla="*/ 37 h 74"/>
              <a:gd name="T8" fmla="*/ 36 w 1299"/>
              <a:gd name="T9" fmla="*/ 74 h 74"/>
              <a:gd name="T10" fmla="*/ 1262 w 1299"/>
              <a:gd name="T11" fmla="*/ 74 h 74"/>
              <a:gd name="T12" fmla="*/ 1299 w 1299"/>
              <a:gd name="T13" fmla="*/ 37 h 74"/>
              <a:gd name="T14" fmla="*/ 1299 w 1299"/>
              <a:gd name="T15" fmla="*/ 0 h 74"/>
              <a:gd name="T16" fmla="*/ 1262 w 1299"/>
              <a:gd name="T17" fmla="*/ 36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9" h="74">
                <a:moveTo>
                  <a:pt x="1262" y="36"/>
                </a:moveTo>
                <a:cubicBezTo>
                  <a:pt x="36" y="36"/>
                  <a:pt x="36" y="36"/>
                  <a:pt x="36" y="36"/>
                </a:cubicBezTo>
                <a:cubicBezTo>
                  <a:pt x="16" y="36"/>
                  <a:pt x="0" y="20"/>
                  <a:pt x="0" y="0"/>
                </a:cubicBezTo>
                <a:cubicBezTo>
                  <a:pt x="0" y="37"/>
                  <a:pt x="0" y="37"/>
                  <a:pt x="0" y="37"/>
                </a:cubicBezTo>
                <a:cubicBezTo>
                  <a:pt x="0" y="57"/>
                  <a:pt x="16" y="74"/>
                  <a:pt x="36" y="74"/>
                </a:cubicBezTo>
                <a:cubicBezTo>
                  <a:pt x="1262" y="74"/>
                  <a:pt x="1262" y="74"/>
                  <a:pt x="1262" y="74"/>
                </a:cubicBezTo>
                <a:cubicBezTo>
                  <a:pt x="1283" y="74"/>
                  <a:pt x="1299" y="57"/>
                  <a:pt x="1299" y="37"/>
                </a:cubicBezTo>
                <a:cubicBezTo>
                  <a:pt x="1299" y="0"/>
                  <a:pt x="1299" y="0"/>
                  <a:pt x="1299" y="0"/>
                </a:cubicBezTo>
                <a:cubicBezTo>
                  <a:pt x="1299" y="20"/>
                  <a:pt x="1283" y="36"/>
                  <a:pt x="1262" y="36"/>
                </a:cubicBezTo>
                <a:close/>
              </a:path>
            </a:pathLst>
          </a:custGeom>
          <a:solidFill>
            <a:srgbClr val="855C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parte superior com areia">
            <a:extLst>
              <a:ext uri="{FF2B5EF4-FFF2-40B4-BE49-F238E27FC236}">
                <a16:creationId xmlns:a16="http://schemas.microsoft.com/office/drawing/2014/main" id="{C0045F42-79E3-447C-9739-F6DAB15283BF}"/>
              </a:ext>
            </a:extLst>
          </p:cNvPr>
          <p:cNvSpPr>
            <a:spLocks/>
          </p:cNvSpPr>
          <p:nvPr/>
        </p:nvSpPr>
        <p:spPr bwMode="auto">
          <a:xfrm>
            <a:off x="9221154" y="1352424"/>
            <a:ext cx="2395538" cy="1495425"/>
          </a:xfrm>
          <a:custGeom>
            <a:avLst/>
            <a:gdLst>
              <a:gd name="T0" fmla="*/ 22 w 1031"/>
              <a:gd name="T1" fmla="*/ 4 h 644"/>
              <a:gd name="T2" fmla="*/ 1 w 1031"/>
              <a:gd name="T3" fmla="*/ 21 h 644"/>
              <a:gd name="T4" fmla="*/ 78 w 1031"/>
              <a:gd name="T5" fmla="*/ 295 h 644"/>
              <a:gd name="T6" fmla="*/ 259 w 1031"/>
              <a:gd name="T7" fmla="*/ 515 h 644"/>
              <a:gd name="T8" fmla="*/ 516 w 1031"/>
              <a:gd name="T9" fmla="*/ 644 h 644"/>
              <a:gd name="T10" fmla="*/ 769 w 1031"/>
              <a:gd name="T11" fmla="*/ 518 h 644"/>
              <a:gd name="T12" fmla="*/ 952 w 1031"/>
              <a:gd name="T13" fmla="*/ 297 h 644"/>
              <a:gd name="T14" fmla="*/ 1030 w 1031"/>
              <a:gd name="T15" fmla="*/ 21 h 644"/>
              <a:gd name="T16" fmla="*/ 1009 w 1031"/>
              <a:gd name="T17" fmla="*/ 4 h 644"/>
              <a:gd name="T18" fmla="*/ 661 w 1031"/>
              <a:gd name="T19" fmla="*/ 118 h 644"/>
              <a:gd name="T20" fmla="*/ 370 w 1031"/>
              <a:gd name="T21" fmla="*/ 118 h 644"/>
              <a:gd name="T22" fmla="*/ 22 w 1031"/>
              <a:gd name="T23" fmla="*/ 4 h 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31" h="644">
                <a:moveTo>
                  <a:pt x="22" y="4"/>
                </a:moveTo>
                <a:cubicBezTo>
                  <a:pt x="11" y="0"/>
                  <a:pt x="0" y="10"/>
                  <a:pt x="1" y="21"/>
                </a:cubicBezTo>
                <a:cubicBezTo>
                  <a:pt x="11" y="122"/>
                  <a:pt x="37" y="214"/>
                  <a:pt x="78" y="295"/>
                </a:cubicBezTo>
                <a:cubicBezTo>
                  <a:pt x="122" y="381"/>
                  <a:pt x="182" y="455"/>
                  <a:pt x="259" y="515"/>
                </a:cubicBezTo>
                <a:cubicBezTo>
                  <a:pt x="370" y="603"/>
                  <a:pt x="483" y="636"/>
                  <a:pt x="516" y="644"/>
                </a:cubicBezTo>
                <a:cubicBezTo>
                  <a:pt x="548" y="636"/>
                  <a:pt x="658" y="604"/>
                  <a:pt x="769" y="518"/>
                </a:cubicBezTo>
                <a:cubicBezTo>
                  <a:pt x="846" y="458"/>
                  <a:pt x="908" y="384"/>
                  <a:pt x="952" y="297"/>
                </a:cubicBezTo>
                <a:cubicBezTo>
                  <a:pt x="993" y="216"/>
                  <a:pt x="1019" y="123"/>
                  <a:pt x="1030" y="21"/>
                </a:cubicBezTo>
                <a:cubicBezTo>
                  <a:pt x="1031" y="10"/>
                  <a:pt x="1020" y="0"/>
                  <a:pt x="1009" y="4"/>
                </a:cubicBezTo>
                <a:cubicBezTo>
                  <a:pt x="661" y="118"/>
                  <a:pt x="661" y="118"/>
                  <a:pt x="661" y="118"/>
                </a:cubicBezTo>
                <a:cubicBezTo>
                  <a:pt x="566" y="149"/>
                  <a:pt x="465" y="149"/>
                  <a:pt x="370" y="118"/>
                </a:cubicBezTo>
                <a:lnTo>
                  <a:pt x="22" y="4"/>
                </a:lnTo>
                <a:close/>
              </a:path>
            </a:pathLst>
          </a:custGeom>
          <a:solidFill>
            <a:srgbClr val="EDCD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parte inferior com areia">
            <a:extLst>
              <a:ext uri="{FF2B5EF4-FFF2-40B4-BE49-F238E27FC236}">
                <a16:creationId xmlns:a16="http://schemas.microsoft.com/office/drawing/2014/main" id="{C9474954-BF8F-4CC2-ABB5-962E8266AD2E}"/>
              </a:ext>
            </a:extLst>
          </p:cNvPr>
          <p:cNvSpPr>
            <a:spLocks/>
          </p:cNvSpPr>
          <p:nvPr/>
        </p:nvSpPr>
        <p:spPr bwMode="auto">
          <a:xfrm>
            <a:off x="9208454" y="4027361"/>
            <a:ext cx="2417763" cy="1058863"/>
          </a:xfrm>
          <a:custGeom>
            <a:avLst/>
            <a:gdLst>
              <a:gd name="T0" fmla="*/ 0 w 1523"/>
              <a:gd name="T1" fmla="*/ 667 h 667"/>
              <a:gd name="T2" fmla="*/ 763 w 1523"/>
              <a:gd name="T3" fmla="*/ 0 h 667"/>
              <a:gd name="T4" fmla="*/ 1523 w 1523"/>
              <a:gd name="T5" fmla="*/ 667 h 667"/>
              <a:gd name="T6" fmla="*/ 0 w 1523"/>
              <a:gd name="T7" fmla="*/ 667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23" h="667">
                <a:moveTo>
                  <a:pt x="0" y="667"/>
                </a:moveTo>
                <a:lnTo>
                  <a:pt x="763" y="0"/>
                </a:lnTo>
                <a:lnTo>
                  <a:pt x="1523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EDCD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conector reto">
            <a:extLst>
              <a:ext uri="{FF2B5EF4-FFF2-40B4-BE49-F238E27FC236}">
                <a16:creationId xmlns:a16="http://schemas.microsoft.com/office/drawing/2014/main" id="{DE9D0AB9-B610-4F7E-938F-04AF3AF3E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5267" y="2824830"/>
            <a:ext cx="87313" cy="2259807"/>
          </a:xfrm>
          <a:prstGeom prst="rect">
            <a:avLst/>
          </a:prstGeom>
          <a:solidFill>
            <a:srgbClr val="EDCD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0700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" dur="60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59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6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0000"/>
                            </p:stCondLst>
                            <p:childTnLst>
                              <p:par>
                                <p:cTn id="15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0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  <p:bldP spid="20" grpId="0" animBg="1"/>
      <p:bldP spid="20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Jovem mulher casual segurando placa">
            <a:extLst>
              <a:ext uri="{FF2B5EF4-FFF2-40B4-BE49-F238E27FC236}">
                <a16:creationId xmlns:a16="http://schemas.microsoft.com/office/drawing/2014/main" id="{30931B58-2AEF-DB21-893B-309019ED0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3655" y="304182"/>
            <a:ext cx="4464690" cy="5668602"/>
          </a:xfrm>
          <a:prstGeom prst="rect">
            <a:avLst/>
          </a:prstGeom>
        </p:spPr>
      </p:pic>
      <p:sp>
        <p:nvSpPr>
          <p:cNvPr id="18" name="Espaço Reservado para Texto 17"/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pt-BR"/>
              <a:t>10</a:t>
            </a:r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100</a:t>
            </a:r>
          </a:p>
        </p:txBody>
      </p:sp>
      <p:sp>
        <p:nvSpPr>
          <p:cNvPr id="2" name="Espaço Reservado para Texto 7">
            <a:extLst>
              <a:ext uri="{FF2B5EF4-FFF2-40B4-BE49-F238E27FC236}">
                <a16:creationId xmlns:a16="http://schemas.microsoft.com/office/drawing/2014/main" id="{DF9CD77E-D6F4-0EEE-246A-35BEB77E25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31852" y="1329529"/>
            <a:ext cx="5968196" cy="2001892"/>
          </a:xfrm>
        </p:spPr>
        <p:txBody>
          <a:bodyPr rtlCol="0"/>
          <a:lstStyle/>
          <a:p>
            <a:r>
              <a:rPr lang="pt-BR" sz="4400" dirty="0">
                <a:highlight>
                  <a:srgbClr val="800080"/>
                </a:highlight>
              </a:rPr>
              <a:t>Verdadeiro</a:t>
            </a:r>
            <a:endParaRPr lang="en-US" dirty="0">
              <a:highlight>
                <a:srgbClr val="800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1893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ço Reservado para Texto 17"/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pt-BR"/>
              <a:t>20</a:t>
            </a:r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200</a:t>
            </a:r>
          </a:p>
        </p:txBody>
      </p:sp>
      <p:sp>
        <p:nvSpPr>
          <p:cNvPr id="5" name="Espaço Reservado para Texto 7">
            <a:extLst>
              <a:ext uri="{FF2B5EF4-FFF2-40B4-BE49-F238E27FC236}">
                <a16:creationId xmlns:a16="http://schemas.microsoft.com/office/drawing/2014/main" id="{FBC744D1-07B8-49EB-BEF1-2C43AA0AB7B6}"/>
              </a:ext>
            </a:extLst>
          </p:cNvPr>
          <p:cNvSpPr txBox="1">
            <a:spLocks/>
          </p:cNvSpPr>
          <p:nvPr/>
        </p:nvSpPr>
        <p:spPr>
          <a:xfrm>
            <a:off x="1841678" y="1544174"/>
            <a:ext cx="6871475" cy="20018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600" dirty="0"/>
              <a:t>O modelo Cascata é o mais indicado para projetos onde os requisitos mudam constantemente.</a:t>
            </a:r>
            <a:endParaRPr lang="en-US" sz="3600" dirty="0"/>
          </a:p>
        </p:txBody>
      </p:sp>
      <p:grpSp>
        <p:nvGrpSpPr>
          <p:cNvPr id="9" name="botão: iniciar temporizador">
            <a:extLst>
              <a:ext uri="{FF2B5EF4-FFF2-40B4-BE49-F238E27FC236}">
                <a16:creationId xmlns:a16="http://schemas.microsoft.com/office/drawing/2014/main" id="{5CBC47A4-6B1C-4F3A-B0C0-E1A05712B4A6}"/>
              </a:ext>
            </a:extLst>
          </p:cNvPr>
          <p:cNvGrpSpPr/>
          <p:nvPr/>
        </p:nvGrpSpPr>
        <p:grpSpPr>
          <a:xfrm>
            <a:off x="5417504" y="4575187"/>
            <a:ext cx="2636838" cy="799962"/>
            <a:chOff x="1332706" y="185859"/>
            <a:chExt cx="2636838" cy="799962"/>
          </a:xfrm>
        </p:grpSpPr>
        <p:sp>
          <p:nvSpPr>
            <p:cNvPr id="10" name="Retângulo arredondado 12">
              <a:extLst>
                <a:ext uri="{FF2B5EF4-FFF2-40B4-BE49-F238E27FC236}">
                  <a16:creationId xmlns:a16="http://schemas.microsoft.com/office/drawing/2014/main" id="{0A2626C0-6438-4F2F-973F-2B59DFA55913}"/>
                </a:ext>
              </a:extLst>
            </p:cNvPr>
            <p:cNvSpPr/>
            <p:nvPr/>
          </p:nvSpPr>
          <p:spPr>
            <a:xfrm>
              <a:off x="1332706" y="288262"/>
              <a:ext cx="2636838" cy="69755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" name="Retângulo arredondado 13">
              <a:extLst>
                <a:ext uri="{FF2B5EF4-FFF2-40B4-BE49-F238E27FC236}">
                  <a16:creationId xmlns:a16="http://schemas.microsoft.com/office/drawing/2014/main" id="{42191DEA-C5E3-4FA4-A07D-5768F1E0702D}"/>
                </a:ext>
              </a:extLst>
            </p:cNvPr>
            <p:cNvSpPr/>
            <p:nvPr/>
          </p:nvSpPr>
          <p:spPr>
            <a:xfrm>
              <a:off x="1332706" y="185859"/>
              <a:ext cx="2636838" cy="69755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INICIAR TEMPORIZADOR</a:t>
              </a:r>
            </a:p>
          </p:txBody>
        </p:sp>
      </p:grpSp>
      <p:grpSp>
        <p:nvGrpSpPr>
          <p:cNvPr id="12" name="o tempo acabou">
            <a:extLst>
              <a:ext uri="{FF2B5EF4-FFF2-40B4-BE49-F238E27FC236}">
                <a16:creationId xmlns:a16="http://schemas.microsoft.com/office/drawing/2014/main" id="{DECC9FAD-81D7-4DFB-9EAE-56DF8FC7963F}"/>
              </a:ext>
            </a:extLst>
          </p:cNvPr>
          <p:cNvGrpSpPr/>
          <p:nvPr/>
        </p:nvGrpSpPr>
        <p:grpSpPr>
          <a:xfrm>
            <a:off x="5417504" y="4575187"/>
            <a:ext cx="2636838" cy="799962"/>
            <a:chOff x="4321176" y="185859"/>
            <a:chExt cx="2636838" cy="799962"/>
          </a:xfrm>
        </p:grpSpPr>
        <p:sp>
          <p:nvSpPr>
            <p:cNvPr id="13" name="Retângulo arredondado 15">
              <a:extLst>
                <a:ext uri="{FF2B5EF4-FFF2-40B4-BE49-F238E27FC236}">
                  <a16:creationId xmlns:a16="http://schemas.microsoft.com/office/drawing/2014/main" id="{E2C3D783-B154-46D6-B422-568C95E26C0B}"/>
                </a:ext>
              </a:extLst>
            </p:cNvPr>
            <p:cNvSpPr/>
            <p:nvPr/>
          </p:nvSpPr>
          <p:spPr>
            <a:xfrm>
              <a:off x="4321176" y="288262"/>
              <a:ext cx="2636838" cy="69755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4" name="Retângulo arredondado 16">
              <a:extLst>
                <a:ext uri="{FF2B5EF4-FFF2-40B4-BE49-F238E27FC236}">
                  <a16:creationId xmlns:a16="http://schemas.microsoft.com/office/drawing/2014/main" id="{BDC23153-D72F-4A69-A91F-539D176BE3F4}"/>
                </a:ext>
              </a:extLst>
            </p:cNvPr>
            <p:cNvSpPr/>
            <p:nvPr/>
          </p:nvSpPr>
          <p:spPr>
            <a:xfrm>
              <a:off x="4321176" y="185859"/>
              <a:ext cx="2636838" cy="69755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 TEMPO ACABOU!</a:t>
              </a:r>
            </a:p>
          </p:txBody>
        </p:sp>
      </p:grpSp>
      <p:sp>
        <p:nvSpPr>
          <p:cNvPr id="15" name="AutoForma 3">
            <a:extLst>
              <a:ext uri="{FF2B5EF4-FFF2-40B4-BE49-F238E27FC236}">
                <a16:creationId xmlns:a16="http://schemas.microsoft.com/office/drawing/2014/main" id="{2096B12A-CE25-43A0-B138-00DEE0DCEFAE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8906829" y="417386"/>
            <a:ext cx="3019425" cy="495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orma Livre 3">
            <a:extLst>
              <a:ext uri="{FF2B5EF4-FFF2-40B4-BE49-F238E27FC236}">
                <a16:creationId xmlns:a16="http://schemas.microsoft.com/office/drawing/2014/main" id="{FA264C35-6423-4836-90F4-C862DE1A46F1}"/>
              </a:ext>
            </a:extLst>
          </p:cNvPr>
          <p:cNvSpPr>
            <a:spLocks/>
          </p:cNvSpPr>
          <p:nvPr/>
        </p:nvSpPr>
        <p:spPr bwMode="auto">
          <a:xfrm>
            <a:off x="9103679" y="704724"/>
            <a:ext cx="2628900" cy="4381500"/>
          </a:xfrm>
          <a:custGeom>
            <a:avLst/>
            <a:gdLst>
              <a:gd name="T0" fmla="*/ 1131 w 1131"/>
              <a:gd name="T1" fmla="*/ 0 h 1887"/>
              <a:gd name="T2" fmla="*/ 0 w 1131"/>
              <a:gd name="T3" fmla="*/ 0 h 1887"/>
              <a:gd name="T4" fmla="*/ 0 w 1131"/>
              <a:gd name="T5" fmla="*/ 194 h 1887"/>
              <a:gd name="T6" fmla="*/ 460 w 1131"/>
              <a:gd name="T7" fmla="*/ 934 h 1887"/>
              <a:gd name="T8" fmla="*/ 460 w 1131"/>
              <a:gd name="T9" fmla="*/ 954 h 1887"/>
              <a:gd name="T10" fmla="*/ 0 w 1131"/>
              <a:gd name="T11" fmla="*/ 1694 h 1887"/>
              <a:gd name="T12" fmla="*/ 0 w 1131"/>
              <a:gd name="T13" fmla="*/ 1887 h 1887"/>
              <a:gd name="T14" fmla="*/ 1131 w 1131"/>
              <a:gd name="T15" fmla="*/ 1887 h 1887"/>
              <a:gd name="T16" fmla="*/ 1131 w 1131"/>
              <a:gd name="T17" fmla="*/ 1694 h 1887"/>
              <a:gd name="T18" fmla="*/ 671 w 1131"/>
              <a:gd name="T19" fmla="*/ 954 h 1887"/>
              <a:gd name="T20" fmla="*/ 671 w 1131"/>
              <a:gd name="T21" fmla="*/ 934 h 1887"/>
              <a:gd name="T22" fmla="*/ 1131 w 1131"/>
              <a:gd name="T23" fmla="*/ 194 h 1887"/>
              <a:gd name="T24" fmla="*/ 1131 w 1131"/>
              <a:gd name="T25" fmla="*/ 0 h 18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31" h="1887">
                <a:moveTo>
                  <a:pt x="11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94"/>
                  <a:pt x="0" y="194"/>
                  <a:pt x="0" y="194"/>
                </a:cubicBezTo>
                <a:cubicBezTo>
                  <a:pt x="0" y="675"/>
                  <a:pt x="297" y="865"/>
                  <a:pt x="460" y="934"/>
                </a:cubicBezTo>
                <a:cubicBezTo>
                  <a:pt x="469" y="937"/>
                  <a:pt x="469" y="950"/>
                  <a:pt x="460" y="954"/>
                </a:cubicBezTo>
                <a:cubicBezTo>
                  <a:pt x="297" y="1022"/>
                  <a:pt x="0" y="1212"/>
                  <a:pt x="0" y="1694"/>
                </a:cubicBezTo>
                <a:cubicBezTo>
                  <a:pt x="0" y="1887"/>
                  <a:pt x="0" y="1887"/>
                  <a:pt x="0" y="1887"/>
                </a:cubicBezTo>
                <a:cubicBezTo>
                  <a:pt x="1131" y="1887"/>
                  <a:pt x="1131" y="1887"/>
                  <a:pt x="1131" y="1887"/>
                </a:cubicBezTo>
                <a:cubicBezTo>
                  <a:pt x="1131" y="1694"/>
                  <a:pt x="1131" y="1694"/>
                  <a:pt x="1131" y="1694"/>
                </a:cubicBezTo>
                <a:cubicBezTo>
                  <a:pt x="1131" y="1212"/>
                  <a:pt x="834" y="1022"/>
                  <a:pt x="671" y="954"/>
                </a:cubicBezTo>
                <a:cubicBezTo>
                  <a:pt x="661" y="950"/>
                  <a:pt x="661" y="937"/>
                  <a:pt x="671" y="934"/>
                </a:cubicBezTo>
                <a:cubicBezTo>
                  <a:pt x="834" y="865"/>
                  <a:pt x="1131" y="675"/>
                  <a:pt x="1131" y="194"/>
                </a:cubicBezTo>
                <a:cubicBezTo>
                  <a:pt x="1131" y="0"/>
                  <a:pt x="1131" y="0"/>
                  <a:pt x="1131" y="0"/>
                </a:cubicBezTo>
              </a:path>
            </a:pathLst>
          </a:custGeom>
          <a:solidFill>
            <a:srgbClr val="F5F5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orma Livre 4">
            <a:extLst>
              <a:ext uri="{FF2B5EF4-FFF2-40B4-BE49-F238E27FC236}">
                <a16:creationId xmlns:a16="http://schemas.microsoft.com/office/drawing/2014/main" id="{4117548B-DAE5-4D68-BF75-CEF539AAC11F}"/>
              </a:ext>
            </a:extLst>
          </p:cNvPr>
          <p:cNvSpPr>
            <a:spLocks/>
          </p:cNvSpPr>
          <p:nvPr/>
        </p:nvSpPr>
        <p:spPr bwMode="auto">
          <a:xfrm>
            <a:off x="8908417" y="418974"/>
            <a:ext cx="3019425" cy="285750"/>
          </a:xfrm>
          <a:custGeom>
            <a:avLst/>
            <a:gdLst>
              <a:gd name="T0" fmla="*/ 1262 w 1299"/>
              <a:gd name="T1" fmla="*/ 0 h 123"/>
              <a:gd name="T2" fmla="*/ 36 w 1299"/>
              <a:gd name="T3" fmla="*/ 0 h 123"/>
              <a:gd name="T4" fmla="*/ 0 w 1299"/>
              <a:gd name="T5" fmla="*/ 36 h 123"/>
              <a:gd name="T6" fmla="*/ 0 w 1299"/>
              <a:gd name="T7" fmla="*/ 86 h 123"/>
              <a:gd name="T8" fmla="*/ 36 w 1299"/>
              <a:gd name="T9" fmla="*/ 123 h 123"/>
              <a:gd name="T10" fmla="*/ 1262 w 1299"/>
              <a:gd name="T11" fmla="*/ 123 h 123"/>
              <a:gd name="T12" fmla="*/ 1299 w 1299"/>
              <a:gd name="T13" fmla="*/ 86 h 123"/>
              <a:gd name="T14" fmla="*/ 1299 w 1299"/>
              <a:gd name="T15" fmla="*/ 36 h 123"/>
              <a:gd name="T16" fmla="*/ 1262 w 1299"/>
              <a:gd name="T17" fmla="*/ 0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9" h="123">
                <a:moveTo>
                  <a:pt x="1262" y="0"/>
                </a:moveTo>
                <a:cubicBezTo>
                  <a:pt x="36" y="0"/>
                  <a:pt x="36" y="0"/>
                  <a:pt x="36" y="0"/>
                </a:cubicBezTo>
                <a:cubicBezTo>
                  <a:pt x="16" y="0"/>
                  <a:pt x="0" y="16"/>
                  <a:pt x="0" y="36"/>
                </a:cubicBezTo>
                <a:cubicBezTo>
                  <a:pt x="0" y="86"/>
                  <a:pt x="0" y="86"/>
                  <a:pt x="0" y="86"/>
                </a:cubicBezTo>
                <a:cubicBezTo>
                  <a:pt x="0" y="107"/>
                  <a:pt x="16" y="123"/>
                  <a:pt x="36" y="123"/>
                </a:cubicBezTo>
                <a:cubicBezTo>
                  <a:pt x="1262" y="123"/>
                  <a:pt x="1262" y="123"/>
                  <a:pt x="1262" y="123"/>
                </a:cubicBezTo>
                <a:cubicBezTo>
                  <a:pt x="1283" y="123"/>
                  <a:pt x="1299" y="107"/>
                  <a:pt x="1299" y="86"/>
                </a:cubicBezTo>
                <a:cubicBezTo>
                  <a:pt x="1299" y="36"/>
                  <a:pt x="1299" y="36"/>
                  <a:pt x="1299" y="36"/>
                </a:cubicBezTo>
                <a:cubicBezTo>
                  <a:pt x="1299" y="16"/>
                  <a:pt x="1283" y="0"/>
                  <a:pt x="1262" y="0"/>
                </a:cubicBezTo>
                <a:close/>
              </a:path>
            </a:pathLst>
          </a:custGeom>
          <a:solidFill>
            <a:srgbClr val="8C623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Forma livre 5">
            <a:extLst>
              <a:ext uri="{FF2B5EF4-FFF2-40B4-BE49-F238E27FC236}">
                <a16:creationId xmlns:a16="http://schemas.microsoft.com/office/drawing/2014/main" id="{E22DBC52-A76D-4BDB-89A6-FA73F7600CD9}"/>
              </a:ext>
            </a:extLst>
          </p:cNvPr>
          <p:cNvSpPr>
            <a:spLocks/>
          </p:cNvSpPr>
          <p:nvPr/>
        </p:nvSpPr>
        <p:spPr bwMode="auto">
          <a:xfrm>
            <a:off x="8908417" y="5086224"/>
            <a:ext cx="3019425" cy="288925"/>
          </a:xfrm>
          <a:custGeom>
            <a:avLst/>
            <a:gdLst>
              <a:gd name="T0" fmla="*/ 1262 w 1299"/>
              <a:gd name="T1" fmla="*/ 0 h 124"/>
              <a:gd name="T2" fmla="*/ 36 w 1299"/>
              <a:gd name="T3" fmla="*/ 0 h 124"/>
              <a:gd name="T4" fmla="*/ 0 w 1299"/>
              <a:gd name="T5" fmla="*/ 37 h 124"/>
              <a:gd name="T6" fmla="*/ 0 w 1299"/>
              <a:gd name="T7" fmla="*/ 87 h 124"/>
              <a:gd name="T8" fmla="*/ 36 w 1299"/>
              <a:gd name="T9" fmla="*/ 124 h 124"/>
              <a:gd name="T10" fmla="*/ 1262 w 1299"/>
              <a:gd name="T11" fmla="*/ 124 h 124"/>
              <a:gd name="T12" fmla="*/ 1299 w 1299"/>
              <a:gd name="T13" fmla="*/ 87 h 124"/>
              <a:gd name="T14" fmla="*/ 1299 w 1299"/>
              <a:gd name="T15" fmla="*/ 37 h 124"/>
              <a:gd name="T16" fmla="*/ 1262 w 1299"/>
              <a:gd name="T17" fmla="*/ 0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9" h="124">
                <a:moveTo>
                  <a:pt x="1262" y="0"/>
                </a:moveTo>
                <a:cubicBezTo>
                  <a:pt x="36" y="0"/>
                  <a:pt x="36" y="0"/>
                  <a:pt x="36" y="0"/>
                </a:cubicBezTo>
                <a:cubicBezTo>
                  <a:pt x="16" y="0"/>
                  <a:pt x="0" y="17"/>
                  <a:pt x="0" y="37"/>
                </a:cubicBezTo>
                <a:cubicBezTo>
                  <a:pt x="0" y="87"/>
                  <a:pt x="0" y="87"/>
                  <a:pt x="0" y="87"/>
                </a:cubicBezTo>
                <a:cubicBezTo>
                  <a:pt x="0" y="107"/>
                  <a:pt x="16" y="124"/>
                  <a:pt x="36" y="124"/>
                </a:cubicBezTo>
                <a:cubicBezTo>
                  <a:pt x="1262" y="124"/>
                  <a:pt x="1262" y="124"/>
                  <a:pt x="1262" y="124"/>
                </a:cubicBezTo>
                <a:cubicBezTo>
                  <a:pt x="1283" y="124"/>
                  <a:pt x="1299" y="107"/>
                  <a:pt x="1299" y="87"/>
                </a:cubicBezTo>
                <a:cubicBezTo>
                  <a:pt x="1299" y="37"/>
                  <a:pt x="1299" y="37"/>
                  <a:pt x="1299" y="37"/>
                </a:cubicBezTo>
                <a:cubicBezTo>
                  <a:pt x="1299" y="17"/>
                  <a:pt x="1283" y="0"/>
                  <a:pt x="1262" y="0"/>
                </a:cubicBezTo>
                <a:close/>
              </a:path>
            </a:pathLst>
          </a:custGeom>
          <a:solidFill>
            <a:srgbClr val="8C623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orma Livre 6">
            <a:extLst>
              <a:ext uri="{FF2B5EF4-FFF2-40B4-BE49-F238E27FC236}">
                <a16:creationId xmlns:a16="http://schemas.microsoft.com/office/drawing/2014/main" id="{8B6A8A92-23A6-4309-A2BB-143878DB1C30}"/>
              </a:ext>
            </a:extLst>
          </p:cNvPr>
          <p:cNvSpPr>
            <a:spLocks/>
          </p:cNvSpPr>
          <p:nvPr/>
        </p:nvSpPr>
        <p:spPr bwMode="auto">
          <a:xfrm>
            <a:off x="8908417" y="5202111"/>
            <a:ext cx="3019425" cy="173038"/>
          </a:xfrm>
          <a:custGeom>
            <a:avLst/>
            <a:gdLst>
              <a:gd name="T0" fmla="*/ 1262 w 1299"/>
              <a:gd name="T1" fmla="*/ 36 h 74"/>
              <a:gd name="T2" fmla="*/ 36 w 1299"/>
              <a:gd name="T3" fmla="*/ 36 h 74"/>
              <a:gd name="T4" fmla="*/ 0 w 1299"/>
              <a:gd name="T5" fmla="*/ 0 h 74"/>
              <a:gd name="T6" fmla="*/ 0 w 1299"/>
              <a:gd name="T7" fmla="*/ 37 h 74"/>
              <a:gd name="T8" fmla="*/ 36 w 1299"/>
              <a:gd name="T9" fmla="*/ 74 h 74"/>
              <a:gd name="T10" fmla="*/ 1262 w 1299"/>
              <a:gd name="T11" fmla="*/ 74 h 74"/>
              <a:gd name="T12" fmla="*/ 1299 w 1299"/>
              <a:gd name="T13" fmla="*/ 37 h 74"/>
              <a:gd name="T14" fmla="*/ 1299 w 1299"/>
              <a:gd name="T15" fmla="*/ 0 h 74"/>
              <a:gd name="T16" fmla="*/ 1262 w 1299"/>
              <a:gd name="T17" fmla="*/ 36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9" h="74">
                <a:moveTo>
                  <a:pt x="1262" y="36"/>
                </a:moveTo>
                <a:cubicBezTo>
                  <a:pt x="36" y="36"/>
                  <a:pt x="36" y="36"/>
                  <a:pt x="36" y="36"/>
                </a:cubicBezTo>
                <a:cubicBezTo>
                  <a:pt x="16" y="36"/>
                  <a:pt x="0" y="20"/>
                  <a:pt x="0" y="0"/>
                </a:cubicBezTo>
                <a:cubicBezTo>
                  <a:pt x="0" y="37"/>
                  <a:pt x="0" y="37"/>
                  <a:pt x="0" y="37"/>
                </a:cubicBezTo>
                <a:cubicBezTo>
                  <a:pt x="0" y="57"/>
                  <a:pt x="16" y="74"/>
                  <a:pt x="36" y="74"/>
                </a:cubicBezTo>
                <a:cubicBezTo>
                  <a:pt x="1262" y="74"/>
                  <a:pt x="1262" y="74"/>
                  <a:pt x="1262" y="74"/>
                </a:cubicBezTo>
                <a:cubicBezTo>
                  <a:pt x="1283" y="74"/>
                  <a:pt x="1299" y="57"/>
                  <a:pt x="1299" y="37"/>
                </a:cubicBezTo>
                <a:cubicBezTo>
                  <a:pt x="1299" y="0"/>
                  <a:pt x="1299" y="0"/>
                  <a:pt x="1299" y="0"/>
                </a:cubicBezTo>
                <a:cubicBezTo>
                  <a:pt x="1299" y="20"/>
                  <a:pt x="1283" y="36"/>
                  <a:pt x="1262" y="36"/>
                </a:cubicBezTo>
                <a:close/>
              </a:path>
            </a:pathLst>
          </a:custGeom>
          <a:solidFill>
            <a:srgbClr val="855C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parte superior com areia">
            <a:extLst>
              <a:ext uri="{FF2B5EF4-FFF2-40B4-BE49-F238E27FC236}">
                <a16:creationId xmlns:a16="http://schemas.microsoft.com/office/drawing/2014/main" id="{1FB2CEEB-9C70-4A4A-AC92-A3CBBBE88054}"/>
              </a:ext>
            </a:extLst>
          </p:cNvPr>
          <p:cNvSpPr>
            <a:spLocks/>
          </p:cNvSpPr>
          <p:nvPr/>
        </p:nvSpPr>
        <p:spPr bwMode="auto">
          <a:xfrm>
            <a:off x="9221154" y="1352424"/>
            <a:ext cx="2395538" cy="1495425"/>
          </a:xfrm>
          <a:custGeom>
            <a:avLst/>
            <a:gdLst>
              <a:gd name="T0" fmla="*/ 22 w 1031"/>
              <a:gd name="T1" fmla="*/ 4 h 644"/>
              <a:gd name="T2" fmla="*/ 1 w 1031"/>
              <a:gd name="T3" fmla="*/ 21 h 644"/>
              <a:gd name="T4" fmla="*/ 78 w 1031"/>
              <a:gd name="T5" fmla="*/ 295 h 644"/>
              <a:gd name="T6" fmla="*/ 259 w 1031"/>
              <a:gd name="T7" fmla="*/ 515 h 644"/>
              <a:gd name="T8" fmla="*/ 516 w 1031"/>
              <a:gd name="T9" fmla="*/ 644 h 644"/>
              <a:gd name="T10" fmla="*/ 769 w 1031"/>
              <a:gd name="T11" fmla="*/ 518 h 644"/>
              <a:gd name="T12" fmla="*/ 952 w 1031"/>
              <a:gd name="T13" fmla="*/ 297 h 644"/>
              <a:gd name="T14" fmla="*/ 1030 w 1031"/>
              <a:gd name="T15" fmla="*/ 21 h 644"/>
              <a:gd name="T16" fmla="*/ 1009 w 1031"/>
              <a:gd name="T17" fmla="*/ 4 h 644"/>
              <a:gd name="T18" fmla="*/ 661 w 1031"/>
              <a:gd name="T19" fmla="*/ 118 h 644"/>
              <a:gd name="T20" fmla="*/ 370 w 1031"/>
              <a:gd name="T21" fmla="*/ 118 h 644"/>
              <a:gd name="T22" fmla="*/ 22 w 1031"/>
              <a:gd name="T23" fmla="*/ 4 h 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31" h="644">
                <a:moveTo>
                  <a:pt x="22" y="4"/>
                </a:moveTo>
                <a:cubicBezTo>
                  <a:pt x="11" y="0"/>
                  <a:pt x="0" y="10"/>
                  <a:pt x="1" y="21"/>
                </a:cubicBezTo>
                <a:cubicBezTo>
                  <a:pt x="11" y="122"/>
                  <a:pt x="37" y="214"/>
                  <a:pt x="78" y="295"/>
                </a:cubicBezTo>
                <a:cubicBezTo>
                  <a:pt x="122" y="381"/>
                  <a:pt x="182" y="455"/>
                  <a:pt x="259" y="515"/>
                </a:cubicBezTo>
                <a:cubicBezTo>
                  <a:pt x="370" y="603"/>
                  <a:pt x="483" y="636"/>
                  <a:pt x="516" y="644"/>
                </a:cubicBezTo>
                <a:cubicBezTo>
                  <a:pt x="548" y="636"/>
                  <a:pt x="658" y="604"/>
                  <a:pt x="769" y="518"/>
                </a:cubicBezTo>
                <a:cubicBezTo>
                  <a:pt x="846" y="458"/>
                  <a:pt x="908" y="384"/>
                  <a:pt x="952" y="297"/>
                </a:cubicBezTo>
                <a:cubicBezTo>
                  <a:pt x="993" y="216"/>
                  <a:pt x="1019" y="123"/>
                  <a:pt x="1030" y="21"/>
                </a:cubicBezTo>
                <a:cubicBezTo>
                  <a:pt x="1031" y="10"/>
                  <a:pt x="1020" y="0"/>
                  <a:pt x="1009" y="4"/>
                </a:cubicBezTo>
                <a:cubicBezTo>
                  <a:pt x="661" y="118"/>
                  <a:pt x="661" y="118"/>
                  <a:pt x="661" y="118"/>
                </a:cubicBezTo>
                <a:cubicBezTo>
                  <a:pt x="566" y="149"/>
                  <a:pt x="465" y="149"/>
                  <a:pt x="370" y="118"/>
                </a:cubicBezTo>
                <a:lnTo>
                  <a:pt x="22" y="4"/>
                </a:lnTo>
                <a:close/>
              </a:path>
            </a:pathLst>
          </a:custGeom>
          <a:solidFill>
            <a:srgbClr val="EDCD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parte inferior com areia">
            <a:extLst>
              <a:ext uri="{FF2B5EF4-FFF2-40B4-BE49-F238E27FC236}">
                <a16:creationId xmlns:a16="http://schemas.microsoft.com/office/drawing/2014/main" id="{0C3BA3A5-190A-4FCF-8E19-5B9D6FE58338}"/>
              </a:ext>
            </a:extLst>
          </p:cNvPr>
          <p:cNvSpPr>
            <a:spLocks/>
          </p:cNvSpPr>
          <p:nvPr/>
        </p:nvSpPr>
        <p:spPr bwMode="auto">
          <a:xfrm>
            <a:off x="9208454" y="4027361"/>
            <a:ext cx="2417763" cy="1058863"/>
          </a:xfrm>
          <a:custGeom>
            <a:avLst/>
            <a:gdLst>
              <a:gd name="T0" fmla="*/ 0 w 1523"/>
              <a:gd name="T1" fmla="*/ 667 h 667"/>
              <a:gd name="T2" fmla="*/ 763 w 1523"/>
              <a:gd name="T3" fmla="*/ 0 h 667"/>
              <a:gd name="T4" fmla="*/ 1523 w 1523"/>
              <a:gd name="T5" fmla="*/ 667 h 667"/>
              <a:gd name="T6" fmla="*/ 0 w 1523"/>
              <a:gd name="T7" fmla="*/ 667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23" h="667">
                <a:moveTo>
                  <a:pt x="0" y="667"/>
                </a:moveTo>
                <a:lnTo>
                  <a:pt x="763" y="0"/>
                </a:lnTo>
                <a:lnTo>
                  <a:pt x="1523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EDCD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conector reto">
            <a:extLst>
              <a:ext uri="{FF2B5EF4-FFF2-40B4-BE49-F238E27FC236}">
                <a16:creationId xmlns:a16="http://schemas.microsoft.com/office/drawing/2014/main" id="{6FDA7A5A-A63C-4E5F-A1D7-87459603A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5267" y="2824830"/>
            <a:ext cx="87313" cy="2259807"/>
          </a:xfrm>
          <a:prstGeom prst="rect">
            <a:avLst/>
          </a:prstGeom>
          <a:solidFill>
            <a:srgbClr val="EDCD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27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" dur="60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59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60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0000"/>
                            </p:stCondLst>
                            <p:childTnLst>
                              <p:par>
                                <p:cTn id="15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0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3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ço Reservado para Texto 17"/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pt-BR"/>
              <a:t>20</a:t>
            </a:r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200</a:t>
            </a:r>
          </a:p>
        </p:txBody>
      </p:sp>
      <p:pic>
        <p:nvPicPr>
          <p:cNvPr id="3" name="Imagem 2" descr="Menino segurando uma placa sorrindo">
            <a:extLst>
              <a:ext uri="{FF2B5EF4-FFF2-40B4-BE49-F238E27FC236}">
                <a16:creationId xmlns:a16="http://schemas.microsoft.com/office/drawing/2014/main" id="{822C7F1A-388B-EF08-FEEB-B9F71C3A18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1259" y="860936"/>
            <a:ext cx="4147225" cy="503944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BED30A3-3868-406D-95EB-3DB2EAC63EF5}"/>
              </a:ext>
            </a:extLst>
          </p:cNvPr>
          <p:cNvSpPr txBox="1"/>
          <p:nvPr/>
        </p:nvSpPr>
        <p:spPr>
          <a:xfrm>
            <a:off x="2188165" y="2321004"/>
            <a:ext cx="825341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6600" b="0" i="0" dirty="0">
                <a:effectLst/>
                <a:highlight>
                  <a:srgbClr val="FF0000"/>
                </a:highlight>
              </a:rPr>
              <a:t>Falso</a:t>
            </a:r>
            <a:endParaRPr lang="pt-BR" sz="6600" dirty="0"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54624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ço Reservado para Texto 17"/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pt-BR"/>
              <a:t>30</a:t>
            </a:r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300</a:t>
            </a:r>
          </a:p>
        </p:txBody>
      </p:sp>
      <p:sp>
        <p:nvSpPr>
          <p:cNvPr id="5" name="Espaço Reservado para Texto 7">
            <a:extLst>
              <a:ext uri="{FF2B5EF4-FFF2-40B4-BE49-F238E27FC236}">
                <a16:creationId xmlns:a16="http://schemas.microsoft.com/office/drawing/2014/main" id="{9DE3CE10-7370-4278-8FFE-B575DB09A048}"/>
              </a:ext>
            </a:extLst>
          </p:cNvPr>
          <p:cNvSpPr txBox="1">
            <a:spLocks/>
          </p:cNvSpPr>
          <p:nvPr/>
        </p:nvSpPr>
        <p:spPr>
          <a:xfrm>
            <a:off x="1841679" y="1873957"/>
            <a:ext cx="5923226" cy="20018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600" dirty="0"/>
              <a:t>Métodos Ágeis não realizam a fase de Planejamento do SDLC.</a:t>
            </a:r>
            <a:endParaRPr lang="en-US" sz="3600" dirty="0"/>
          </a:p>
        </p:txBody>
      </p:sp>
      <p:grpSp>
        <p:nvGrpSpPr>
          <p:cNvPr id="9" name="botão: iniciar temporizador">
            <a:extLst>
              <a:ext uri="{FF2B5EF4-FFF2-40B4-BE49-F238E27FC236}">
                <a16:creationId xmlns:a16="http://schemas.microsoft.com/office/drawing/2014/main" id="{AD6CBD18-BB96-4C7B-9AFE-2E5ED0351703}"/>
              </a:ext>
            </a:extLst>
          </p:cNvPr>
          <p:cNvGrpSpPr/>
          <p:nvPr/>
        </p:nvGrpSpPr>
        <p:grpSpPr>
          <a:xfrm>
            <a:off x="5417504" y="4575187"/>
            <a:ext cx="2636838" cy="799962"/>
            <a:chOff x="1332706" y="185859"/>
            <a:chExt cx="2636838" cy="799962"/>
          </a:xfrm>
        </p:grpSpPr>
        <p:sp>
          <p:nvSpPr>
            <p:cNvPr id="10" name="Retângulo arredondado 12">
              <a:extLst>
                <a:ext uri="{FF2B5EF4-FFF2-40B4-BE49-F238E27FC236}">
                  <a16:creationId xmlns:a16="http://schemas.microsoft.com/office/drawing/2014/main" id="{AE3A817A-B15F-4B7D-AA3D-5D5346FA4BDC}"/>
                </a:ext>
              </a:extLst>
            </p:cNvPr>
            <p:cNvSpPr/>
            <p:nvPr/>
          </p:nvSpPr>
          <p:spPr>
            <a:xfrm>
              <a:off x="1332706" y="288262"/>
              <a:ext cx="2636838" cy="69755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" name="Retângulo arredondado 13">
              <a:extLst>
                <a:ext uri="{FF2B5EF4-FFF2-40B4-BE49-F238E27FC236}">
                  <a16:creationId xmlns:a16="http://schemas.microsoft.com/office/drawing/2014/main" id="{EEEE3BAB-9475-4AB8-89A3-3F031A8F2A47}"/>
                </a:ext>
              </a:extLst>
            </p:cNvPr>
            <p:cNvSpPr/>
            <p:nvPr/>
          </p:nvSpPr>
          <p:spPr>
            <a:xfrm>
              <a:off x="1332706" y="185859"/>
              <a:ext cx="2636838" cy="69755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INICIAR TEMPORIZADOR</a:t>
              </a:r>
            </a:p>
          </p:txBody>
        </p:sp>
      </p:grpSp>
      <p:grpSp>
        <p:nvGrpSpPr>
          <p:cNvPr id="12" name="o tempo acabou">
            <a:extLst>
              <a:ext uri="{FF2B5EF4-FFF2-40B4-BE49-F238E27FC236}">
                <a16:creationId xmlns:a16="http://schemas.microsoft.com/office/drawing/2014/main" id="{8C37943B-7642-41B5-84F1-E30EABEC3891}"/>
              </a:ext>
            </a:extLst>
          </p:cNvPr>
          <p:cNvGrpSpPr/>
          <p:nvPr/>
        </p:nvGrpSpPr>
        <p:grpSpPr>
          <a:xfrm>
            <a:off x="5417504" y="4575187"/>
            <a:ext cx="2636838" cy="799962"/>
            <a:chOff x="4321176" y="185859"/>
            <a:chExt cx="2636838" cy="799962"/>
          </a:xfrm>
        </p:grpSpPr>
        <p:sp>
          <p:nvSpPr>
            <p:cNvPr id="13" name="Retângulo arredondado 15">
              <a:extLst>
                <a:ext uri="{FF2B5EF4-FFF2-40B4-BE49-F238E27FC236}">
                  <a16:creationId xmlns:a16="http://schemas.microsoft.com/office/drawing/2014/main" id="{FDA7E373-3E48-4A10-8674-DF2721D78BF8}"/>
                </a:ext>
              </a:extLst>
            </p:cNvPr>
            <p:cNvSpPr/>
            <p:nvPr/>
          </p:nvSpPr>
          <p:spPr>
            <a:xfrm>
              <a:off x="4321176" y="288262"/>
              <a:ext cx="2636838" cy="69755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4" name="Retângulo arredondado 16">
              <a:extLst>
                <a:ext uri="{FF2B5EF4-FFF2-40B4-BE49-F238E27FC236}">
                  <a16:creationId xmlns:a16="http://schemas.microsoft.com/office/drawing/2014/main" id="{27F5D20E-0C68-4C0A-968E-DD4D05898014}"/>
                </a:ext>
              </a:extLst>
            </p:cNvPr>
            <p:cNvSpPr/>
            <p:nvPr/>
          </p:nvSpPr>
          <p:spPr>
            <a:xfrm>
              <a:off x="4321176" y="185859"/>
              <a:ext cx="2636838" cy="69755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 TEMPO ACABOU!</a:t>
              </a:r>
            </a:p>
          </p:txBody>
        </p:sp>
      </p:grpSp>
      <p:sp>
        <p:nvSpPr>
          <p:cNvPr id="15" name="AutoForma 3">
            <a:extLst>
              <a:ext uri="{FF2B5EF4-FFF2-40B4-BE49-F238E27FC236}">
                <a16:creationId xmlns:a16="http://schemas.microsoft.com/office/drawing/2014/main" id="{57A0188D-9F39-4FF3-815B-F9672CF481C6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8906829" y="417386"/>
            <a:ext cx="3019425" cy="495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orma Livre 3">
            <a:extLst>
              <a:ext uri="{FF2B5EF4-FFF2-40B4-BE49-F238E27FC236}">
                <a16:creationId xmlns:a16="http://schemas.microsoft.com/office/drawing/2014/main" id="{04FC3AC1-8ED3-4D49-BAB4-4F80A1EB2E87}"/>
              </a:ext>
            </a:extLst>
          </p:cNvPr>
          <p:cNvSpPr>
            <a:spLocks/>
          </p:cNvSpPr>
          <p:nvPr/>
        </p:nvSpPr>
        <p:spPr bwMode="auto">
          <a:xfrm>
            <a:off x="9103679" y="704724"/>
            <a:ext cx="2628900" cy="4381500"/>
          </a:xfrm>
          <a:custGeom>
            <a:avLst/>
            <a:gdLst>
              <a:gd name="T0" fmla="*/ 1131 w 1131"/>
              <a:gd name="T1" fmla="*/ 0 h 1887"/>
              <a:gd name="T2" fmla="*/ 0 w 1131"/>
              <a:gd name="T3" fmla="*/ 0 h 1887"/>
              <a:gd name="T4" fmla="*/ 0 w 1131"/>
              <a:gd name="T5" fmla="*/ 194 h 1887"/>
              <a:gd name="T6" fmla="*/ 460 w 1131"/>
              <a:gd name="T7" fmla="*/ 934 h 1887"/>
              <a:gd name="T8" fmla="*/ 460 w 1131"/>
              <a:gd name="T9" fmla="*/ 954 h 1887"/>
              <a:gd name="T10" fmla="*/ 0 w 1131"/>
              <a:gd name="T11" fmla="*/ 1694 h 1887"/>
              <a:gd name="T12" fmla="*/ 0 w 1131"/>
              <a:gd name="T13" fmla="*/ 1887 h 1887"/>
              <a:gd name="T14" fmla="*/ 1131 w 1131"/>
              <a:gd name="T15" fmla="*/ 1887 h 1887"/>
              <a:gd name="T16" fmla="*/ 1131 w 1131"/>
              <a:gd name="T17" fmla="*/ 1694 h 1887"/>
              <a:gd name="T18" fmla="*/ 671 w 1131"/>
              <a:gd name="T19" fmla="*/ 954 h 1887"/>
              <a:gd name="T20" fmla="*/ 671 w 1131"/>
              <a:gd name="T21" fmla="*/ 934 h 1887"/>
              <a:gd name="T22" fmla="*/ 1131 w 1131"/>
              <a:gd name="T23" fmla="*/ 194 h 1887"/>
              <a:gd name="T24" fmla="*/ 1131 w 1131"/>
              <a:gd name="T25" fmla="*/ 0 h 18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31" h="1887">
                <a:moveTo>
                  <a:pt x="11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94"/>
                  <a:pt x="0" y="194"/>
                  <a:pt x="0" y="194"/>
                </a:cubicBezTo>
                <a:cubicBezTo>
                  <a:pt x="0" y="675"/>
                  <a:pt x="297" y="865"/>
                  <a:pt x="460" y="934"/>
                </a:cubicBezTo>
                <a:cubicBezTo>
                  <a:pt x="469" y="937"/>
                  <a:pt x="469" y="950"/>
                  <a:pt x="460" y="954"/>
                </a:cubicBezTo>
                <a:cubicBezTo>
                  <a:pt x="297" y="1022"/>
                  <a:pt x="0" y="1212"/>
                  <a:pt x="0" y="1694"/>
                </a:cubicBezTo>
                <a:cubicBezTo>
                  <a:pt x="0" y="1887"/>
                  <a:pt x="0" y="1887"/>
                  <a:pt x="0" y="1887"/>
                </a:cubicBezTo>
                <a:cubicBezTo>
                  <a:pt x="1131" y="1887"/>
                  <a:pt x="1131" y="1887"/>
                  <a:pt x="1131" y="1887"/>
                </a:cubicBezTo>
                <a:cubicBezTo>
                  <a:pt x="1131" y="1694"/>
                  <a:pt x="1131" y="1694"/>
                  <a:pt x="1131" y="1694"/>
                </a:cubicBezTo>
                <a:cubicBezTo>
                  <a:pt x="1131" y="1212"/>
                  <a:pt x="834" y="1022"/>
                  <a:pt x="671" y="954"/>
                </a:cubicBezTo>
                <a:cubicBezTo>
                  <a:pt x="661" y="950"/>
                  <a:pt x="661" y="937"/>
                  <a:pt x="671" y="934"/>
                </a:cubicBezTo>
                <a:cubicBezTo>
                  <a:pt x="834" y="865"/>
                  <a:pt x="1131" y="675"/>
                  <a:pt x="1131" y="194"/>
                </a:cubicBezTo>
                <a:cubicBezTo>
                  <a:pt x="1131" y="0"/>
                  <a:pt x="1131" y="0"/>
                  <a:pt x="1131" y="0"/>
                </a:cubicBezTo>
              </a:path>
            </a:pathLst>
          </a:custGeom>
          <a:solidFill>
            <a:srgbClr val="F5F5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orma Livre 4">
            <a:extLst>
              <a:ext uri="{FF2B5EF4-FFF2-40B4-BE49-F238E27FC236}">
                <a16:creationId xmlns:a16="http://schemas.microsoft.com/office/drawing/2014/main" id="{F68DE6B9-6752-4139-8583-E9B627E293DF}"/>
              </a:ext>
            </a:extLst>
          </p:cNvPr>
          <p:cNvSpPr>
            <a:spLocks/>
          </p:cNvSpPr>
          <p:nvPr/>
        </p:nvSpPr>
        <p:spPr bwMode="auto">
          <a:xfrm>
            <a:off x="8908417" y="418974"/>
            <a:ext cx="3019425" cy="285750"/>
          </a:xfrm>
          <a:custGeom>
            <a:avLst/>
            <a:gdLst>
              <a:gd name="T0" fmla="*/ 1262 w 1299"/>
              <a:gd name="T1" fmla="*/ 0 h 123"/>
              <a:gd name="T2" fmla="*/ 36 w 1299"/>
              <a:gd name="T3" fmla="*/ 0 h 123"/>
              <a:gd name="T4" fmla="*/ 0 w 1299"/>
              <a:gd name="T5" fmla="*/ 36 h 123"/>
              <a:gd name="T6" fmla="*/ 0 w 1299"/>
              <a:gd name="T7" fmla="*/ 86 h 123"/>
              <a:gd name="T8" fmla="*/ 36 w 1299"/>
              <a:gd name="T9" fmla="*/ 123 h 123"/>
              <a:gd name="T10" fmla="*/ 1262 w 1299"/>
              <a:gd name="T11" fmla="*/ 123 h 123"/>
              <a:gd name="T12" fmla="*/ 1299 w 1299"/>
              <a:gd name="T13" fmla="*/ 86 h 123"/>
              <a:gd name="T14" fmla="*/ 1299 w 1299"/>
              <a:gd name="T15" fmla="*/ 36 h 123"/>
              <a:gd name="T16" fmla="*/ 1262 w 1299"/>
              <a:gd name="T17" fmla="*/ 0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9" h="123">
                <a:moveTo>
                  <a:pt x="1262" y="0"/>
                </a:moveTo>
                <a:cubicBezTo>
                  <a:pt x="36" y="0"/>
                  <a:pt x="36" y="0"/>
                  <a:pt x="36" y="0"/>
                </a:cubicBezTo>
                <a:cubicBezTo>
                  <a:pt x="16" y="0"/>
                  <a:pt x="0" y="16"/>
                  <a:pt x="0" y="36"/>
                </a:cubicBezTo>
                <a:cubicBezTo>
                  <a:pt x="0" y="86"/>
                  <a:pt x="0" y="86"/>
                  <a:pt x="0" y="86"/>
                </a:cubicBezTo>
                <a:cubicBezTo>
                  <a:pt x="0" y="107"/>
                  <a:pt x="16" y="123"/>
                  <a:pt x="36" y="123"/>
                </a:cubicBezTo>
                <a:cubicBezTo>
                  <a:pt x="1262" y="123"/>
                  <a:pt x="1262" y="123"/>
                  <a:pt x="1262" y="123"/>
                </a:cubicBezTo>
                <a:cubicBezTo>
                  <a:pt x="1283" y="123"/>
                  <a:pt x="1299" y="107"/>
                  <a:pt x="1299" y="86"/>
                </a:cubicBezTo>
                <a:cubicBezTo>
                  <a:pt x="1299" y="36"/>
                  <a:pt x="1299" y="36"/>
                  <a:pt x="1299" y="36"/>
                </a:cubicBezTo>
                <a:cubicBezTo>
                  <a:pt x="1299" y="16"/>
                  <a:pt x="1283" y="0"/>
                  <a:pt x="1262" y="0"/>
                </a:cubicBezTo>
                <a:close/>
              </a:path>
            </a:pathLst>
          </a:custGeom>
          <a:solidFill>
            <a:srgbClr val="8C623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Forma livre 5">
            <a:extLst>
              <a:ext uri="{FF2B5EF4-FFF2-40B4-BE49-F238E27FC236}">
                <a16:creationId xmlns:a16="http://schemas.microsoft.com/office/drawing/2014/main" id="{126DEF6C-7703-4510-9200-819CF2D2ADF4}"/>
              </a:ext>
            </a:extLst>
          </p:cNvPr>
          <p:cNvSpPr>
            <a:spLocks/>
          </p:cNvSpPr>
          <p:nvPr/>
        </p:nvSpPr>
        <p:spPr bwMode="auto">
          <a:xfrm>
            <a:off x="8908417" y="5086224"/>
            <a:ext cx="3019425" cy="288925"/>
          </a:xfrm>
          <a:custGeom>
            <a:avLst/>
            <a:gdLst>
              <a:gd name="T0" fmla="*/ 1262 w 1299"/>
              <a:gd name="T1" fmla="*/ 0 h 124"/>
              <a:gd name="T2" fmla="*/ 36 w 1299"/>
              <a:gd name="T3" fmla="*/ 0 h 124"/>
              <a:gd name="T4" fmla="*/ 0 w 1299"/>
              <a:gd name="T5" fmla="*/ 37 h 124"/>
              <a:gd name="T6" fmla="*/ 0 w 1299"/>
              <a:gd name="T7" fmla="*/ 87 h 124"/>
              <a:gd name="T8" fmla="*/ 36 w 1299"/>
              <a:gd name="T9" fmla="*/ 124 h 124"/>
              <a:gd name="T10" fmla="*/ 1262 w 1299"/>
              <a:gd name="T11" fmla="*/ 124 h 124"/>
              <a:gd name="T12" fmla="*/ 1299 w 1299"/>
              <a:gd name="T13" fmla="*/ 87 h 124"/>
              <a:gd name="T14" fmla="*/ 1299 w 1299"/>
              <a:gd name="T15" fmla="*/ 37 h 124"/>
              <a:gd name="T16" fmla="*/ 1262 w 1299"/>
              <a:gd name="T17" fmla="*/ 0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9" h="124">
                <a:moveTo>
                  <a:pt x="1262" y="0"/>
                </a:moveTo>
                <a:cubicBezTo>
                  <a:pt x="36" y="0"/>
                  <a:pt x="36" y="0"/>
                  <a:pt x="36" y="0"/>
                </a:cubicBezTo>
                <a:cubicBezTo>
                  <a:pt x="16" y="0"/>
                  <a:pt x="0" y="17"/>
                  <a:pt x="0" y="37"/>
                </a:cubicBezTo>
                <a:cubicBezTo>
                  <a:pt x="0" y="87"/>
                  <a:pt x="0" y="87"/>
                  <a:pt x="0" y="87"/>
                </a:cubicBezTo>
                <a:cubicBezTo>
                  <a:pt x="0" y="107"/>
                  <a:pt x="16" y="124"/>
                  <a:pt x="36" y="124"/>
                </a:cubicBezTo>
                <a:cubicBezTo>
                  <a:pt x="1262" y="124"/>
                  <a:pt x="1262" y="124"/>
                  <a:pt x="1262" y="124"/>
                </a:cubicBezTo>
                <a:cubicBezTo>
                  <a:pt x="1283" y="124"/>
                  <a:pt x="1299" y="107"/>
                  <a:pt x="1299" y="87"/>
                </a:cubicBezTo>
                <a:cubicBezTo>
                  <a:pt x="1299" y="37"/>
                  <a:pt x="1299" y="37"/>
                  <a:pt x="1299" y="37"/>
                </a:cubicBezTo>
                <a:cubicBezTo>
                  <a:pt x="1299" y="17"/>
                  <a:pt x="1283" y="0"/>
                  <a:pt x="1262" y="0"/>
                </a:cubicBezTo>
                <a:close/>
              </a:path>
            </a:pathLst>
          </a:custGeom>
          <a:solidFill>
            <a:srgbClr val="8C623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orma Livre 6">
            <a:extLst>
              <a:ext uri="{FF2B5EF4-FFF2-40B4-BE49-F238E27FC236}">
                <a16:creationId xmlns:a16="http://schemas.microsoft.com/office/drawing/2014/main" id="{F22D85B7-27C6-43CA-BB64-63978FE8633E}"/>
              </a:ext>
            </a:extLst>
          </p:cNvPr>
          <p:cNvSpPr>
            <a:spLocks/>
          </p:cNvSpPr>
          <p:nvPr/>
        </p:nvSpPr>
        <p:spPr bwMode="auto">
          <a:xfrm>
            <a:off x="8908417" y="5202111"/>
            <a:ext cx="3019425" cy="173038"/>
          </a:xfrm>
          <a:custGeom>
            <a:avLst/>
            <a:gdLst>
              <a:gd name="T0" fmla="*/ 1262 w 1299"/>
              <a:gd name="T1" fmla="*/ 36 h 74"/>
              <a:gd name="T2" fmla="*/ 36 w 1299"/>
              <a:gd name="T3" fmla="*/ 36 h 74"/>
              <a:gd name="T4" fmla="*/ 0 w 1299"/>
              <a:gd name="T5" fmla="*/ 0 h 74"/>
              <a:gd name="T6" fmla="*/ 0 w 1299"/>
              <a:gd name="T7" fmla="*/ 37 h 74"/>
              <a:gd name="T8" fmla="*/ 36 w 1299"/>
              <a:gd name="T9" fmla="*/ 74 h 74"/>
              <a:gd name="T10" fmla="*/ 1262 w 1299"/>
              <a:gd name="T11" fmla="*/ 74 h 74"/>
              <a:gd name="T12" fmla="*/ 1299 w 1299"/>
              <a:gd name="T13" fmla="*/ 37 h 74"/>
              <a:gd name="T14" fmla="*/ 1299 w 1299"/>
              <a:gd name="T15" fmla="*/ 0 h 74"/>
              <a:gd name="T16" fmla="*/ 1262 w 1299"/>
              <a:gd name="T17" fmla="*/ 36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9" h="74">
                <a:moveTo>
                  <a:pt x="1262" y="36"/>
                </a:moveTo>
                <a:cubicBezTo>
                  <a:pt x="36" y="36"/>
                  <a:pt x="36" y="36"/>
                  <a:pt x="36" y="36"/>
                </a:cubicBezTo>
                <a:cubicBezTo>
                  <a:pt x="16" y="36"/>
                  <a:pt x="0" y="20"/>
                  <a:pt x="0" y="0"/>
                </a:cubicBezTo>
                <a:cubicBezTo>
                  <a:pt x="0" y="37"/>
                  <a:pt x="0" y="37"/>
                  <a:pt x="0" y="37"/>
                </a:cubicBezTo>
                <a:cubicBezTo>
                  <a:pt x="0" y="57"/>
                  <a:pt x="16" y="74"/>
                  <a:pt x="36" y="74"/>
                </a:cubicBezTo>
                <a:cubicBezTo>
                  <a:pt x="1262" y="74"/>
                  <a:pt x="1262" y="74"/>
                  <a:pt x="1262" y="74"/>
                </a:cubicBezTo>
                <a:cubicBezTo>
                  <a:pt x="1283" y="74"/>
                  <a:pt x="1299" y="57"/>
                  <a:pt x="1299" y="37"/>
                </a:cubicBezTo>
                <a:cubicBezTo>
                  <a:pt x="1299" y="0"/>
                  <a:pt x="1299" y="0"/>
                  <a:pt x="1299" y="0"/>
                </a:cubicBezTo>
                <a:cubicBezTo>
                  <a:pt x="1299" y="20"/>
                  <a:pt x="1283" y="36"/>
                  <a:pt x="1262" y="36"/>
                </a:cubicBezTo>
                <a:close/>
              </a:path>
            </a:pathLst>
          </a:custGeom>
          <a:solidFill>
            <a:srgbClr val="855C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parte superior com areia">
            <a:extLst>
              <a:ext uri="{FF2B5EF4-FFF2-40B4-BE49-F238E27FC236}">
                <a16:creationId xmlns:a16="http://schemas.microsoft.com/office/drawing/2014/main" id="{D2E4D658-6FB6-4F03-AC1A-428971DF632A}"/>
              </a:ext>
            </a:extLst>
          </p:cNvPr>
          <p:cNvSpPr>
            <a:spLocks/>
          </p:cNvSpPr>
          <p:nvPr/>
        </p:nvSpPr>
        <p:spPr bwMode="auto">
          <a:xfrm>
            <a:off x="9221154" y="1352424"/>
            <a:ext cx="2395538" cy="1495425"/>
          </a:xfrm>
          <a:custGeom>
            <a:avLst/>
            <a:gdLst>
              <a:gd name="T0" fmla="*/ 22 w 1031"/>
              <a:gd name="T1" fmla="*/ 4 h 644"/>
              <a:gd name="T2" fmla="*/ 1 w 1031"/>
              <a:gd name="T3" fmla="*/ 21 h 644"/>
              <a:gd name="T4" fmla="*/ 78 w 1031"/>
              <a:gd name="T5" fmla="*/ 295 h 644"/>
              <a:gd name="T6" fmla="*/ 259 w 1031"/>
              <a:gd name="T7" fmla="*/ 515 h 644"/>
              <a:gd name="T8" fmla="*/ 516 w 1031"/>
              <a:gd name="T9" fmla="*/ 644 h 644"/>
              <a:gd name="T10" fmla="*/ 769 w 1031"/>
              <a:gd name="T11" fmla="*/ 518 h 644"/>
              <a:gd name="T12" fmla="*/ 952 w 1031"/>
              <a:gd name="T13" fmla="*/ 297 h 644"/>
              <a:gd name="T14" fmla="*/ 1030 w 1031"/>
              <a:gd name="T15" fmla="*/ 21 h 644"/>
              <a:gd name="T16" fmla="*/ 1009 w 1031"/>
              <a:gd name="T17" fmla="*/ 4 h 644"/>
              <a:gd name="T18" fmla="*/ 661 w 1031"/>
              <a:gd name="T19" fmla="*/ 118 h 644"/>
              <a:gd name="T20" fmla="*/ 370 w 1031"/>
              <a:gd name="T21" fmla="*/ 118 h 644"/>
              <a:gd name="T22" fmla="*/ 22 w 1031"/>
              <a:gd name="T23" fmla="*/ 4 h 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31" h="644">
                <a:moveTo>
                  <a:pt x="22" y="4"/>
                </a:moveTo>
                <a:cubicBezTo>
                  <a:pt x="11" y="0"/>
                  <a:pt x="0" y="10"/>
                  <a:pt x="1" y="21"/>
                </a:cubicBezTo>
                <a:cubicBezTo>
                  <a:pt x="11" y="122"/>
                  <a:pt x="37" y="214"/>
                  <a:pt x="78" y="295"/>
                </a:cubicBezTo>
                <a:cubicBezTo>
                  <a:pt x="122" y="381"/>
                  <a:pt x="182" y="455"/>
                  <a:pt x="259" y="515"/>
                </a:cubicBezTo>
                <a:cubicBezTo>
                  <a:pt x="370" y="603"/>
                  <a:pt x="483" y="636"/>
                  <a:pt x="516" y="644"/>
                </a:cubicBezTo>
                <a:cubicBezTo>
                  <a:pt x="548" y="636"/>
                  <a:pt x="658" y="604"/>
                  <a:pt x="769" y="518"/>
                </a:cubicBezTo>
                <a:cubicBezTo>
                  <a:pt x="846" y="458"/>
                  <a:pt x="908" y="384"/>
                  <a:pt x="952" y="297"/>
                </a:cubicBezTo>
                <a:cubicBezTo>
                  <a:pt x="993" y="216"/>
                  <a:pt x="1019" y="123"/>
                  <a:pt x="1030" y="21"/>
                </a:cubicBezTo>
                <a:cubicBezTo>
                  <a:pt x="1031" y="10"/>
                  <a:pt x="1020" y="0"/>
                  <a:pt x="1009" y="4"/>
                </a:cubicBezTo>
                <a:cubicBezTo>
                  <a:pt x="661" y="118"/>
                  <a:pt x="661" y="118"/>
                  <a:pt x="661" y="118"/>
                </a:cubicBezTo>
                <a:cubicBezTo>
                  <a:pt x="566" y="149"/>
                  <a:pt x="465" y="149"/>
                  <a:pt x="370" y="118"/>
                </a:cubicBezTo>
                <a:lnTo>
                  <a:pt x="22" y="4"/>
                </a:lnTo>
                <a:close/>
              </a:path>
            </a:pathLst>
          </a:custGeom>
          <a:solidFill>
            <a:srgbClr val="EDCD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parte inferior com areia">
            <a:extLst>
              <a:ext uri="{FF2B5EF4-FFF2-40B4-BE49-F238E27FC236}">
                <a16:creationId xmlns:a16="http://schemas.microsoft.com/office/drawing/2014/main" id="{BD1143B2-931E-48F5-90BE-64C7D2F01F66}"/>
              </a:ext>
            </a:extLst>
          </p:cNvPr>
          <p:cNvSpPr>
            <a:spLocks/>
          </p:cNvSpPr>
          <p:nvPr/>
        </p:nvSpPr>
        <p:spPr bwMode="auto">
          <a:xfrm>
            <a:off x="9208454" y="4027361"/>
            <a:ext cx="2417763" cy="1058863"/>
          </a:xfrm>
          <a:custGeom>
            <a:avLst/>
            <a:gdLst>
              <a:gd name="T0" fmla="*/ 0 w 1523"/>
              <a:gd name="T1" fmla="*/ 667 h 667"/>
              <a:gd name="T2" fmla="*/ 763 w 1523"/>
              <a:gd name="T3" fmla="*/ 0 h 667"/>
              <a:gd name="T4" fmla="*/ 1523 w 1523"/>
              <a:gd name="T5" fmla="*/ 667 h 667"/>
              <a:gd name="T6" fmla="*/ 0 w 1523"/>
              <a:gd name="T7" fmla="*/ 667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23" h="667">
                <a:moveTo>
                  <a:pt x="0" y="667"/>
                </a:moveTo>
                <a:lnTo>
                  <a:pt x="763" y="0"/>
                </a:lnTo>
                <a:lnTo>
                  <a:pt x="1523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EDCD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conector reto">
            <a:extLst>
              <a:ext uri="{FF2B5EF4-FFF2-40B4-BE49-F238E27FC236}">
                <a16:creationId xmlns:a16="http://schemas.microsoft.com/office/drawing/2014/main" id="{E126DDA8-1CE3-40BB-8FE6-B3F2D90CE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5267" y="2824830"/>
            <a:ext cx="87313" cy="2259807"/>
          </a:xfrm>
          <a:prstGeom prst="rect">
            <a:avLst/>
          </a:prstGeom>
          <a:solidFill>
            <a:srgbClr val="EDCD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3431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" dur="60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59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60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0000"/>
                            </p:stCondLst>
                            <p:childTnLst>
                              <p:par>
                                <p:cTn id="15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0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3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ço Reservado para Texto 17"/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pt-BR"/>
              <a:t>30</a:t>
            </a:r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300</a:t>
            </a:r>
          </a:p>
        </p:txBody>
      </p:sp>
      <p:pic>
        <p:nvPicPr>
          <p:cNvPr id="2" name="Imagem 1" descr="Menino segurando uma placa sorrindo">
            <a:extLst>
              <a:ext uri="{FF2B5EF4-FFF2-40B4-BE49-F238E27FC236}">
                <a16:creationId xmlns:a16="http://schemas.microsoft.com/office/drawing/2014/main" id="{1900CCA1-14A8-FB3B-F114-930DD16446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1259" y="860936"/>
            <a:ext cx="4147225" cy="5039447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2D65B36-8C3F-EE0C-6485-BC8221F94CCB}"/>
              </a:ext>
            </a:extLst>
          </p:cNvPr>
          <p:cNvSpPr txBox="1"/>
          <p:nvPr/>
        </p:nvSpPr>
        <p:spPr>
          <a:xfrm>
            <a:off x="2188165" y="2321004"/>
            <a:ext cx="825341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6600" b="0" i="0" dirty="0">
                <a:effectLst/>
                <a:highlight>
                  <a:srgbClr val="FF0000"/>
                </a:highlight>
              </a:rPr>
              <a:t>Falso</a:t>
            </a:r>
            <a:endParaRPr lang="pt-BR" sz="6600" dirty="0"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6079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ço Reservado para Texto 17"/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pt-BR"/>
              <a:t>40</a:t>
            </a:r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600</a:t>
            </a:r>
          </a:p>
        </p:txBody>
      </p:sp>
      <p:sp>
        <p:nvSpPr>
          <p:cNvPr id="5" name="Espaço Reservado para Texto 7">
            <a:extLst>
              <a:ext uri="{FF2B5EF4-FFF2-40B4-BE49-F238E27FC236}">
                <a16:creationId xmlns:a16="http://schemas.microsoft.com/office/drawing/2014/main" id="{8AC3B965-8C83-4315-80B5-67568B039883}"/>
              </a:ext>
            </a:extLst>
          </p:cNvPr>
          <p:cNvSpPr txBox="1">
            <a:spLocks/>
          </p:cNvSpPr>
          <p:nvPr/>
        </p:nvSpPr>
        <p:spPr>
          <a:xfrm>
            <a:off x="1759535" y="1099190"/>
            <a:ext cx="7228257" cy="20018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600" dirty="0"/>
              <a:t>O Ágil foca na satisfação do cliente através da entrega contínua, enquanto o Tradicional foca no cumprimento do plano.</a:t>
            </a:r>
          </a:p>
        </p:txBody>
      </p:sp>
      <p:grpSp>
        <p:nvGrpSpPr>
          <p:cNvPr id="9" name="botão: iniciar temporizador">
            <a:extLst>
              <a:ext uri="{FF2B5EF4-FFF2-40B4-BE49-F238E27FC236}">
                <a16:creationId xmlns:a16="http://schemas.microsoft.com/office/drawing/2014/main" id="{B61088EE-7435-4D53-845C-47F22B0E440C}"/>
              </a:ext>
            </a:extLst>
          </p:cNvPr>
          <p:cNvGrpSpPr/>
          <p:nvPr/>
        </p:nvGrpSpPr>
        <p:grpSpPr>
          <a:xfrm>
            <a:off x="5417504" y="4575187"/>
            <a:ext cx="2636838" cy="799962"/>
            <a:chOff x="1332706" y="185859"/>
            <a:chExt cx="2636838" cy="799962"/>
          </a:xfrm>
        </p:grpSpPr>
        <p:sp>
          <p:nvSpPr>
            <p:cNvPr id="10" name="Retângulo arredondado 12">
              <a:extLst>
                <a:ext uri="{FF2B5EF4-FFF2-40B4-BE49-F238E27FC236}">
                  <a16:creationId xmlns:a16="http://schemas.microsoft.com/office/drawing/2014/main" id="{2BFB29A2-918C-4273-AB33-27ED5060D636}"/>
                </a:ext>
              </a:extLst>
            </p:cNvPr>
            <p:cNvSpPr/>
            <p:nvPr/>
          </p:nvSpPr>
          <p:spPr>
            <a:xfrm>
              <a:off x="1332706" y="288262"/>
              <a:ext cx="2636838" cy="69755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" name="Retângulo arredondado 13">
              <a:extLst>
                <a:ext uri="{FF2B5EF4-FFF2-40B4-BE49-F238E27FC236}">
                  <a16:creationId xmlns:a16="http://schemas.microsoft.com/office/drawing/2014/main" id="{9BBEA431-AA2C-48B0-9508-1E34AF0FCCB1}"/>
                </a:ext>
              </a:extLst>
            </p:cNvPr>
            <p:cNvSpPr/>
            <p:nvPr/>
          </p:nvSpPr>
          <p:spPr>
            <a:xfrm>
              <a:off x="1332706" y="185859"/>
              <a:ext cx="2636838" cy="69755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INICIAR TEMPORIZADOR</a:t>
              </a:r>
            </a:p>
          </p:txBody>
        </p:sp>
      </p:grpSp>
      <p:grpSp>
        <p:nvGrpSpPr>
          <p:cNvPr id="12" name="o tempo acabou">
            <a:extLst>
              <a:ext uri="{FF2B5EF4-FFF2-40B4-BE49-F238E27FC236}">
                <a16:creationId xmlns:a16="http://schemas.microsoft.com/office/drawing/2014/main" id="{42CAC46B-0FB1-4CF9-AA4C-CE8AC04423BA}"/>
              </a:ext>
            </a:extLst>
          </p:cNvPr>
          <p:cNvGrpSpPr/>
          <p:nvPr/>
        </p:nvGrpSpPr>
        <p:grpSpPr>
          <a:xfrm>
            <a:off x="5417504" y="4575187"/>
            <a:ext cx="2636838" cy="799962"/>
            <a:chOff x="4321176" y="185859"/>
            <a:chExt cx="2636838" cy="799962"/>
          </a:xfrm>
        </p:grpSpPr>
        <p:sp>
          <p:nvSpPr>
            <p:cNvPr id="13" name="Retângulo arredondado 15">
              <a:extLst>
                <a:ext uri="{FF2B5EF4-FFF2-40B4-BE49-F238E27FC236}">
                  <a16:creationId xmlns:a16="http://schemas.microsoft.com/office/drawing/2014/main" id="{F32A5682-DBF8-4345-A630-3BB7A2FC6CB5}"/>
                </a:ext>
              </a:extLst>
            </p:cNvPr>
            <p:cNvSpPr/>
            <p:nvPr/>
          </p:nvSpPr>
          <p:spPr>
            <a:xfrm>
              <a:off x="4321176" y="288262"/>
              <a:ext cx="2636838" cy="69755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4" name="Retângulo arredondado 16">
              <a:extLst>
                <a:ext uri="{FF2B5EF4-FFF2-40B4-BE49-F238E27FC236}">
                  <a16:creationId xmlns:a16="http://schemas.microsoft.com/office/drawing/2014/main" id="{DE49EE0C-40EF-4D83-B2D7-6835C2903790}"/>
                </a:ext>
              </a:extLst>
            </p:cNvPr>
            <p:cNvSpPr/>
            <p:nvPr/>
          </p:nvSpPr>
          <p:spPr>
            <a:xfrm>
              <a:off x="4321176" y="185859"/>
              <a:ext cx="2636838" cy="69755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 TEMPO ACABOU!</a:t>
              </a:r>
            </a:p>
          </p:txBody>
        </p:sp>
      </p:grpSp>
      <p:sp>
        <p:nvSpPr>
          <p:cNvPr id="15" name="AutoForma 3">
            <a:extLst>
              <a:ext uri="{FF2B5EF4-FFF2-40B4-BE49-F238E27FC236}">
                <a16:creationId xmlns:a16="http://schemas.microsoft.com/office/drawing/2014/main" id="{6DE5AA8C-F0D6-47A5-96F5-689063175F94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8906829" y="417386"/>
            <a:ext cx="3019425" cy="495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orma Livre 3">
            <a:extLst>
              <a:ext uri="{FF2B5EF4-FFF2-40B4-BE49-F238E27FC236}">
                <a16:creationId xmlns:a16="http://schemas.microsoft.com/office/drawing/2014/main" id="{15155028-6FD2-4DD4-AF5C-00B7A1F77202}"/>
              </a:ext>
            </a:extLst>
          </p:cNvPr>
          <p:cNvSpPr>
            <a:spLocks/>
          </p:cNvSpPr>
          <p:nvPr/>
        </p:nvSpPr>
        <p:spPr bwMode="auto">
          <a:xfrm>
            <a:off x="9103679" y="704724"/>
            <a:ext cx="2628900" cy="4381500"/>
          </a:xfrm>
          <a:custGeom>
            <a:avLst/>
            <a:gdLst>
              <a:gd name="T0" fmla="*/ 1131 w 1131"/>
              <a:gd name="T1" fmla="*/ 0 h 1887"/>
              <a:gd name="T2" fmla="*/ 0 w 1131"/>
              <a:gd name="T3" fmla="*/ 0 h 1887"/>
              <a:gd name="T4" fmla="*/ 0 w 1131"/>
              <a:gd name="T5" fmla="*/ 194 h 1887"/>
              <a:gd name="T6" fmla="*/ 460 w 1131"/>
              <a:gd name="T7" fmla="*/ 934 h 1887"/>
              <a:gd name="T8" fmla="*/ 460 w 1131"/>
              <a:gd name="T9" fmla="*/ 954 h 1887"/>
              <a:gd name="T10" fmla="*/ 0 w 1131"/>
              <a:gd name="T11" fmla="*/ 1694 h 1887"/>
              <a:gd name="T12" fmla="*/ 0 w 1131"/>
              <a:gd name="T13" fmla="*/ 1887 h 1887"/>
              <a:gd name="T14" fmla="*/ 1131 w 1131"/>
              <a:gd name="T15" fmla="*/ 1887 h 1887"/>
              <a:gd name="T16" fmla="*/ 1131 w 1131"/>
              <a:gd name="T17" fmla="*/ 1694 h 1887"/>
              <a:gd name="T18" fmla="*/ 671 w 1131"/>
              <a:gd name="T19" fmla="*/ 954 h 1887"/>
              <a:gd name="T20" fmla="*/ 671 w 1131"/>
              <a:gd name="T21" fmla="*/ 934 h 1887"/>
              <a:gd name="T22" fmla="*/ 1131 w 1131"/>
              <a:gd name="T23" fmla="*/ 194 h 1887"/>
              <a:gd name="T24" fmla="*/ 1131 w 1131"/>
              <a:gd name="T25" fmla="*/ 0 h 18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31" h="1887">
                <a:moveTo>
                  <a:pt x="11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94"/>
                  <a:pt x="0" y="194"/>
                  <a:pt x="0" y="194"/>
                </a:cubicBezTo>
                <a:cubicBezTo>
                  <a:pt x="0" y="675"/>
                  <a:pt x="297" y="865"/>
                  <a:pt x="460" y="934"/>
                </a:cubicBezTo>
                <a:cubicBezTo>
                  <a:pt x="469" y="937"/>
                  <a:pt x="469" y="950"/>
                  <a:pt x="460" y="954"/>
                </a:cubicBezTo>
                <a:cubicBezTo>
                  <a:pt x="297" y="1022"/>
                  <a:pt x="0" y="1212"/>
                  <a:pt x="0" y="1694"/>
                </a:cubicBezTo>
                <a:cubicBezTo>
                  <a:pt x="0" y="1887"/>
                  <a:pt x="0" y="1887"/>
                  <a:pt x="0" y="1887"/>
                </a:cubicBezTo>
                <a:cubicBezTo>
                  <a:pt x="1131" y="1887"/>
                  <a:pt x="1131" y="1887"/>
                  <a:pt x="1131" y="1887"/>
                </a:cubicBezTo>
                <a:cubicBezTo>
                  <a:pt x="1131" y="1694"/>
                  <a:pt x="1131" y="1694"/>
                  <a:pt x="1131" y="1694"/>
                </a:cubicBezTo>
                <a:cubicBezTo>
                  <a:pt x="1131" y="1212"/>
                  <a:pt x="834" y="1022"/>
                  <a:pt x="671" y="954"/>
                </a:cubicBezTo>
                <a:cubicBezTo>
                  <a:pt x="661" y="950"/>
                  <a:pt x="661" y="937"/>
                  <a:pt x="671" y="934"/>
                </a:cubicBezTo>
                <a:cubicBezTo>
                  <a:pt x="834" y="865"/>
                  <a:pt x="1131" y="675"/>
                  <a:pt x="1131" y="194"/>
                </a:cubicBezTo>
                <a:cubicBezTo>
                  <a:pt x="1131" y="0"/>
                  <a:pt x="1131" y="0"/>
                  <a:pt x="1131" y="0"/>
                </a:cubicBezTo>
              </a:path>
            </a:pathLst>
          </a:custGeom>
          <a:solidFill>
            <a:srgbClr val="F5F5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orma Livre 4">
            <a:extLst>
              <a:ext uri="{FF2B5EF4-FFF2-40B4-BE49-F238E27FC236}">
                <a16:creationId xmlns:a16="http://schemas.microsoft.com/office/drawing/2014/main" id="{09DFB484-D345-4F0D-B8EF-D52CEEDCED05}"/>
              </a:ext>
            </a:extLst>
          </p:cNvPr>
          <p:cNvSpPr>
            <a:spLocks/>
          </p:cNvSpPr>
          <p:nvPr/>
        </p:nvSpPr>
        <p:spPr bwMode="auto">
          <a:xfrm>
            <a:off x="8908417" y="418974"/>
            <a:ext cx="3019425" cy="285750"/>
          </a:xfrm>
          <a:custGeom>
            <a:avLst/>
            <a:gdLst>
              <a:gd name="T0" fmla="*/ 1262 w 1299"/>
              <a:gd name="T1" fmla="*/ 0 h 123"/>
              <a:gd name="T2" fmla="*/ 36 w 1299"/>
              <a:gd name="T3" fmla="*/ 0 h 123"/>
              <a:gd name="T4" fmla="*/ 0 w 1299"/>
              <a:gd name="T5" fmla="*/ 36 h 123"/>
              <a:gd name="T6" fmla="*/ 0 w 1299"/>
              <a:gd name="T7" fmla="*/ 86 h 123"/>
              <a:gd name="T8" fmla="*/ 36 w 1299"/>
              <a:gd name="T9" fmla="*/ 123 h 123"/>
              <a:gd name="T10" fmla="*/ 1262 w 1299"/>
              <a:gd name="T11" fmla="*/ 123 h 123"/>
              <a:gd name="T12" fmla="*/ 1299 w 1299"/>
              <a:gd name="T13" fmla="*/ 86 h 123"/>
              <a:gd name="T14" fmla="*/ 1299 w 1299"/>
              <a:gd name="T15" fmla="*/ 36 h 123"/>
              <a:gd name="T16" fmla="*/ 1262 w 1299"/>
              <a:gd name="T17" fmla="*/ 0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9" h="123">
                <a:moveTo>
                  <a:pt x="1262" y="0"/>
                </a:moveTo>
                <a:cubicBezTo>
                  <a:pt x="36" y="0"/>
                  <a:pt x="36" y="0"/>
                  <a:pt x="36" y="0"/>
                </a:cubicBezTo>
                <a:cubicBezTo>
                  <a:pt x="16" y="0"/>
                  <a:pt x="0" y="16"/>
                  <a:pt x="0" y="36"/>
                </a:cubicBezTo>
                <a:cubicBezTo>
                  <a:pt x="0" y="86"/>
                  <a:pt x="0" y="86"/>
                  <a:pt x="0" y="86"/>
                </a:cubicBezTo>
                <a:cubicBezTo>
                  <a:pt x="0" y="107"/>
                  <a:pt x="16" y="123"/>
                  <a:pt x="36" y="123"/>
                </a:cubicBezTo>
                <a:cubicBezTo>
                  <a:pt x="1262" y="123"/>
                  <a:pt x="1262" y="123"/>
                  <a:pt x="1262" y="123"/>
                </a:cubicBezTo>
                <a:cubicBezTo>
                  <a:pt x="1283" y="123"/>
                  <a:pt x="1299" y="107"/>
                  <a:pt x="1299" y="86"/>
                </a:cubicBezTo>
                <a:cubicBezTo>
                  <a:pt x="1299" y="36"/>
                  <a:pt x="1299" y="36"/>
                  <a:pt x="1299" y="36"/>
                </a:cubicBezTo>
                <a:cubicBezTo>
                  <a:pt x="1299" y="16"/>
                  <a:pt x="1283" y="0"/>
                  <a:pt x="1262" y="0"/>
                </a:cubicBezTo>
                <a:close/>
              </a:path>
            </a:pathLst>
          </a:custGeom>
          <a:solidFill>
            <a:srgbClr val="8C623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Forma livre 5">
            <a:extLst>
              <a:ext uri="{FF2B5EF4-FFF2-40B4-BE49-F238E27FC236}">
                <a16:creationId xmlns:a16="http://schemas.microsoft.com/office/drawing/2014/main" id="{0D54E54F-1CAC-43C3-ABDE-1BCEFF7F3260}"/>
              </a:ext>
            </a:extLst>
          </p:cNvPr>
          <p:cNvSpPr>
            <a:spLocks/>
          </p:cNvSpPr>
          <p:nvPr/>
        </p:nvSpPr>
        <p:spPr bwMode="auto">
          <a:xfrm>
            <a:off x="8908417" y="5086224"/>
            <a:ext cx="3019425" cy="288925"/>
          </a:xfrm>
          <a:custGeom>
            <a:avLst/>
            <a:gdLst>
              <a:gd name="T0" fmla="*/ 1262 w 1299"/>
              <a:gd name="T1" fmla="*/ 0 h 124"/>
              <a:gd name="T2" fmla="*/ 36 w 1299"/>
              <a:gd name="T3" fmla="*/ 0 h 124"/>
              <a:gd name="T4" fmla="*/ 0 w 1299"/>
              <a:gd name="T5" fmla="*/ 37 h 124"/>
              <a:gd name="T6" fmla="*/ 0 w 1299"/>
              <a:gd name="T7" fmla="*/ 87 h 124"/>
              <a:gd name="T8" fmla="*/ 36 w 1299"/>
              <a:gd name="T9" fmla="*/ 124 h 124"/>
              <a:gd name="T10" fmla="*/ 1262 w 1299"/>
              <a:gd name="T11" fmla="*/ 124 h 124"/>
              <a:gd name="T12" fmla="*/ 1299 w 1299"/>
              <a:gd name="T13" fmla="*/ 87 h 124"/>
              <a:gd name="T14" fmla="*/ 1299 w 1299"/>
              <a:gd name="T15" fmla="*/ 37 h 124"/>
              <a:gd name="T16" fmla="*/ 1262 w 1299"/>
              <a:gd name="T17" fmla="*/ 0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9" h="124">
                <a:moveTo>
                  <a:pt x="1262" y="0"/>
                </a:moveTo>
                <a:cubicBezTo>
                  <a:pt x="36" y="0"/>
                  <a:pt x="36" y="0"/>
                  <a:pt x="36" y="0"/>
                </a:cubicBezTo>
                <a:cubicBezTo>
                  <a:pt x="16" y="0"/>
                  <a:pt x="0" y="17"/>
                  <a:pt x="0" y="37"/>
                </a:cubicBezTo>
                <a:cubicBezTo>
                  <a:pt x="0" y="87"/>
                  <a:pt x="0" y="87"/>
                  <a:pt x="0" y="87"/>
                </a:cubicBezTo>
                <a:cubicBezTo>
                  <a:pt x="0" y="107"/>
                  <a:pt x="16" y="124"/>
                  <a:pt x="36" y="124"/>
                </a:cubicBezTo>
                <a:cubicBezTo>
                  <a:pt x="1262" y="124"/>
                  <a:pt x="1262" y="124"/>
                  <a:pt x="1262" y="124"/>
                </a:cubicBezTo>
                <a:cubicBezTo>
                  <a:pt x="1283" y="124"/>
                  <a:pt x="1299" y="107"/>
                  <a:pt x="1299" y="87"/>
                </a:cubicBezTo>
                <a:cubicBezTo>
                  <a:pt x="1299" y="37"/>
                  <a:pt x="1299" y="37"/>
                  <a:pt x="1299" y="37"/>
                </a:cubicBezTo>
                <a:cubicBezTo>
                  <a:pt x="1299" y="17"/>
                  <a:pt x="1283" y="0"/>
                  <a:pt x="1262" y="0"/>
                </a:cubicBezTo>
                <a:close/>
              </a:path>
            </a:pathLst>
          </a:custGeom>
          <a:solidFill>
            <a:srgbClr val="8C623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orma Livre 6">
            <a:extLst>
              <a:ext uri="{FF2B5EF4-FFF2-40B4-BE49-F238E27FC236}">
                <a16:creationId xmlns:a16="http://schemas.microsoft.com/office/drawing/2014/main" id="{563737B6-4F94-4B04-BA5B-63058DAC3380}"/>
              </a:ext>
            </a:extLst>
          </p:cNvPr>
          <p:cNvSpPr>
            <a:spLocks/>
          </p:cNvSpPr>
          <p:nvPr/>
        </p:nvSpPr>
        <p:spPr bwMode="auto">
          <a:xfrm>
            <a:off x="8908417" y="5202111"/>
            <a:ext cx="3019425" cy="173038"/>
          </a:xfrm>
          <a:custGeom>
            <a:avLst/>
            <a:gdLst>
              <a:gd name="T0" fmla="*/ 1262 w 1299"/>
              <a:gd name="T1" fmla="*/ 36 h 74"/>
              <a:gd name="T2" fmla="*/ 36 w 1299"/>
              <a:gd name="T3" fmla="*/ 36 h 74"/>
              <a:gd name="T4" fmla="*/ 0 w 1299"/>
              <a:gd name="T5" fmla="*/ 0 h 74"/>
              <a:gd name="T6" fmla="*/ 0 w 1299"/>
              <a:gd name="T7" fmla="*/ 37 h 74"/>
              <a:gd name="T8" fmla="*/ 36 w 1299"/>
              <a:gd name="T9" fmla="*/ 74 h 74"/>
              <a:gd name="T10" fmla="*/ 1262 w 1299"/>
              <a:gd name="T11" fmla="*/ 74 h 74"/>
              <a:gd name="T12" fmla="*/ 1299 w 1299"/>
              <a:gd name="T13" fmla="*/ 37 h 74"/>
              <a:gd name="T14" fmla="*/ 1299 w 1299"/>
              <a:gd name="T15" fmla="*/ 0 h 74"/>
              <a:gd name="T16" fmla="*/ 1262 w 1299"/>
              <a:gd name="T17" fmla="*/ 36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9" h="74">
                <a:moveTo>
                  <a:pt x="1262" y="36"/>
                </a:moveTo>
                <a:cubicBezTo>
                  <a:pt x="36" y="36"/>
                  <a:pt x="36" y="36"/>
                  <a:pt x="36" y="36"/>
                </a:cubicBezTo>
                <a:cubicBezTo>
                  <a:pt x="16" y="36"/>
                  <a:pt x="0" y="20"/>
                  <a:pt x="0" y="0"/>
                </a:cubicBezTo>
                <a:cubicBezTo>
                  <a:pt x="0" y="37"/>
                  <a:pt x="0" y="37"/>
                  <a:pt x="0" y="37"/>
                </a:cubicBezTo>
                <a:cubicBezTo>
                  <a:pt x="0" y="57"/>
                  <a:pt x="16" y="74"/>
                  <a:pt x="36" y="74"/>
                </a:cubicBezTo>
                <a:cubicBezTo>
                  <a:pt x="1262" y="74"/>
                  <a:pt x="1262" y="74"/>
                  <a:pt x="1262" y="74"/>
                </a:cubicBezTo>
                <a:cubicBezTo>
                  <a:pt x="1283" y="74"/>
                  <a:pt x="1299" y="57"/>
                  <a:pt x="1299" y="37"/>
                </a:cubicBezTo>
                <a:cubicBezTo>
                  <a:pt x="1299" y="0"/>
                  <a:pt x="1299" y="0"/>
                  <a:pt x="1299" y="0"/>
                </a:cubicBezTo>
                <a:cubicBezTo>
                  <a:pt x="1299" y="20"/>
                  <a:pt x="1283" y="36"/>
                  <a:pt x="1262" y="36"/>
                </a:cubicBezTo>
                <a:close/>
              </a:path>
            </a:pathLst>
          </a:custGeom>
          <a:solidFill>
            <a:srgbClr val="855C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parte superior com areia">
            <a:extLst>
              <a:ext uri="{FF2B5EF4-FFF2-40B4-BE49-F238E27FC236}">
                <a16:creationId xmlns:a16="http://schemas.microsoft.com/office/drawing/2014/main" id="{F58F5CC8-7454-4F0C-854E-D7BFD475FCD8}"/>
              </a:ext>
            </a:extLst>
          </p:cNvPr>
          <p:cNvSpPr>
            <a:spLocks/>
          </p:cNvSpPr>
          <p:nvPr/>
        </p:nvSpPr>
        <p:spPr bwMode="auto">
          <a:xfrm>
            <a:off x="9221154" y="1352424"/>
            <a:ext cx="2395538" cy="1495425"/>
          </a:xfrm>
          <a:custGeom>
            <a:avLst/>
            <a:gdLst>
              <a:gd name="T0" fmla="*/ 22 w 1031"/>
              <a:gd name="T1" fmla="*/ 4 h 644"/>
              <a:gd name="T2" fmla="*/ 1 w 1031"/>
              <a:gd name="T3" fmla="*/ 21 h 644"/>
              <a:gd name="T4" fmla="*/ 78 w 1031"/>
              <a:gd name="T5" fmla="*/ 295 h 644"/>
              <a:gd name="T6" fmla="*/ 259 w 1031"/>
              <a:gd name="T7" fmla="*/ 515 h 644"/>
              <a:gd name="T8" fmla="*/ 516 w 1031"/>
              <a:gd name="T9" fmla="*/ 644 h 644"/>
              <a:gd name="T10" fmla="*/ 769 w 1031"/>
              <a:gd name="T11" fmla="*/ 518 h 644"/>
              <a:gd name="T12" fmla="*/ 952 w 1031"/>
              <a:gd name="T13" fmla="*/ 297 h 644"/>
              <a:gd name="T14" fmla="*/ 1030 w 1031"/>
              <a:gd name="T15" fmla="*/ 21 h 644"/>
              <a:gd name="T16" fmla="*/ 1009 w 1031"/>
              <a:gd name="T17" fmla="*/ 4 h 644"/>
              <a:gd name="T18" fmla="*/ 661 w 1031"/>
              <a:gd name="T19" fmla="*/ 118 h 644"/>
              <a:gd name="T20" fmla="*/ 370 w 1031"/>
              <a:gd name="T21" fmla="*/ 118 h 644"/>
              <a:gd name="T22" fmla="*/ 22 w 1031"/>
              <a:gd name="T23" fmla="*/ 4 h 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31" h="644">
                <a:moveTo>
                  <a:pt x="22" y="4"/>
                </a:moveTo>
                <a:cubicBezTo>
                  <a:pt x="11" y="0"/>
                  <a:pt x="0" y="10"/>
                  <a:pt x="1" y="21"/>
                </a:cubicBezTo>
                <a:cubicBezTo>
                  <a:pt x="11" y="122"/>
                  <a:pt x="37" y="214"/>
                  <a:pt x="78" y="295"/>
                </a:cubicBezTo>
                <a:cubicBezTo>
                  <a:pt x="122" y="381"/>
                  <a:pt x="182" y="455"/>
                  <a:pt x="259" y="515"/>
                </a:cubicBezTo>
                <a:cubicBezTo>
                  <a:pt x="370" y="603"/>
                  <a:pt x="483" y="636"/>
                  <a:pt x="516" y="644"/>
                </a:cubicBezTo>
                <a:cubicBezTo>
                  <a:pt x="548" y="636"/>
                  <a:pt x="658" y="604"/>
                  <a:pt x="769" y="518"/>
                </a:cubicBezTo>
                <a:cubicBezTo>
                  <a:pt x="846" y="458"/>
                  <a:pt x="908" y="384"/>
                  <a:pt x="952" y="297"/>
                </a:cubicBezTo>
                <a:cubicBezTo>
                  <a:pt x="993" y="216"/>
                  <a:pt x="1019" y="123"/>
                  <a:pt x="1030" y="21"/>
                </a:cubicBezTo>
                <a:cubicBezTo>
                  <a:pt x="1031" y="10"/>
                  <a:pt x="1020" y="0"/>
                  <a:pt x="1009" y="4"/>
                </a:cubicBezTo>
                <a:cubicBezTo>
                  <a:pt x="661" y="118"/>
                  <a:pt x="661" y="118"/>
                  <a:pt x="661" y="118"/>
                </a:cubicBezTo>
                <a:cubicBezTo>
                  <a:pt x="566" y="149"/>
                  <a:pt x="465" y="149"/>
                  <a:pt x="370" y="118"/>
                </a:cubicBezTo>
                <a:lnTo>
                  <a:pt x="22" y="4"/>
                </a:lnTo>
                <a:close/>
              </a:path>
            </a:pathLst>
          </a:custGeom>
          <a:solidFill>
            <a:srgbClr val="EDCD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parte inferior com areia">
            <a:extLst>
              <a:ext uri="{FF2B5EF4-FFF2-40B4-BE49-F238E27FC236}">
                <a16:creationId xmlns:a16="http://schemas.microsoft.com/office/drawing/2014/main" id="{62A9D3B0-F0B4-4DD1-9E89-133BA5EBE644}"/>
              </a:ext>
            </a:extLst>
          </p:cNvPr>
          <p:cNvSpPr>
            <a:spLocks/>
          </p:cNvSpPr>
          <p:nvPr/>
        </p:nvSpPr>
        <p:spPr bwMode="auto">
          <a:xfrm>
            <a:off x="9208454" y="4027361"/>
            <a:ext cx="2417763" cy="1058863"/>
          </a:xfrm>
          <a:custGeom>
            <a:avLst/>
            <a:gdLst>
              <a:gd name="T0" fmla="*/ 0 w 1523"/>
              <a:gd name="T1" fmla="*/ 667 h 667"/>
              <a:gd name="T2" fmla="*/ 763 w 1523"/>
              <a:gd name="T3" fmla="*/ 0 h 667"/>
              <a:gd name="T4" fmla="*/ 1523 w 1523"/>
              <a:gd name="T5" fmla="*/ 667 h 667"/>
              <a:gd name="T6" fmla="*/ 0 w 1523"/>
              <a:gd name="T7" fmla="*/ 667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23" h="667">
                <a:moveTo>
                  <a:pt x="0" y="667"/>
                </a:moveTo>
                <a:lnTo>
                  <a:pt x="763" y="0"/>
                </a:lnTo>
                <a:lnTo>
                  <a:pt x="1523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EDCD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conector reto">
            <a:extLst>
              <a:ext uri="{FF2B5EF4-FFF2-40B4-BE49-F238E27FC236}">
                <a16:creationId xmlns:a16="http://schemas.microsoft.com/office/drawing/2014/main" id="{C5F820D0-2E41-4CCC-A264-6ED05A0A8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5267" y="2824830"/>
            <a:ext cx="87313" cy="2259807"/>
          </a:xfrm>
          <a:prstGeom prst="rect">
            <a:avLst/>
          </a:prstGeom>
          <a:solidFill>
            <a:srgbClr val="EDCD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1523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" dur="60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59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60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0000"/>
                            </p:stCondLst>
                            <p:childTnLst>
                              <p:par>
                                <p:cTn id="15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3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ço Reservado para Texto 17"/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pt-BR"/>
              <a:t>40</a:t>
            </a:r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600</a:t>
            </a:r>
          </a:p>
        </p:txBody>
      </p:sp>
      <p:pic>
        <p:nvPicPr>
          <p:cNvPr id="6" name="Imagem 5" descr="Jovem mulher casual segurando placa">
            <a:extLst>
              <a:ext uri="{FF2B5EF4-FFF2-40B4-BE49-F238E27FC236}">
                <a16:creationId xmlns:a16="http://schemas.microsoft.com/office/drawing/2014/main" id="{6746A821-F34D-2223-79E8-E1F0BBDE7D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3655" y="304182"/>
            <a:ext cx="4464690" cy="5668602"/>
          </a:xfrm>
          <a:prstGeom prst="rect">
            <a:avLst/>
          </a:prstGeom>
        </p:spPr>
      </p:pic>
      <p:sp>
        <p:nvSpPr>
          <p:cNvPr id="7" name="Espaço Reservado para Texto 7">
            <a:extLst>
              <a:ext uri="{FF2B5EF4-FFF2-40B4-BE49-F238E27FC236}">
                <a16:creationId xmlns:a16="http://schemas.microsoft.com/office/drawing/2014/main" id="{4489C39D-8989-6C2A-F8EA-5D3CF6C3FA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31852" y="1329529"/>
            <a:ext cx="5968196" cy="2001892"/>
          </a:xfrm>
        </p:spPr>
        <p:txBody>
          <a:bodyPr rtlCol="0"/>
          <a:lstStyle/>
          <a:p>
            <a:r>
              <a:rPr lang="pt-BR" sz="4400" dirty="0">
                <a:highlight>
                  <a:srgbClr val="800080"/>
                </a:highlight>
              </a:rPr>
              <a:t>Verdadeiro</a:t>
            </a:r>
            <a:endParaRPr lang="en-US" dirty="0">
              <a:highlight>
                <a:srgbClr val="800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4021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7"/>
          <p:cNvSpPr>
            <a:spLocks noGrp="1"/>
          </p:cNvSpPr>
          <p:nvPr>
            <p:ph type="body" sz="quarter" idx="13"/>
          </p:nvPr>
        </p:nvSpPr>
        <p:spPr>
          <a:xfrm>
            <a:off x="2121561" y="1691667"/>
            <a:ext cx="8885530" cy="2001892"/>
          </a:xfrm>
        </p:spPr>
        <p:txBody>
          <a:bodyPr rtlCol="0"/>
          <a:lstStyle/>
          <a:p>
            <a:r>
              <a:rPr lang="pt-BR" sz="3600" dirty="0"/>
              <a:t>Os testes são realizados apenas no final de cada Sprint em métodos Ágeis, assim como no Cascata.</a:t>
            </a:r>
            <a:endParaRPr lang="en-US" sz="3600" dirty="0"/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pt-BR"/>
              <a:t>50</a:t>
            </a:r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400</a:t>
            </a:r>
          </a:p>
        </p:txBody>
      </p:sp>
    </p:spTree>
    <p:extLst>
      <p:ext uri="{BB962C8B-B14F-4D97-AF65-F5344CB8AC3E}">
        <p14:creationId xmlns:p14="http://schemas.microsoft.com/office/powerpoint/2010/main" val="9786992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ço Reservado para Texto 17"/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pt-BR"/>
              <a:t>50</a:t>
            </a:r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400</a:t>
            </a:r>
          </a:p>
        </p:txBody>
      </p:sp>
      <p:pic>
        <p:nvPicPr>
          <p:cNvPr id="8" name="Imagem 7" descr="Menino segurando uma placa sorrindo">
            <a:extLst>
              <a:ext uri="{FF2B5EF4-FFF2-40B4-BE49-F238E27FC236}">
                <a16:creationId xmlns:a16="http://schemas.microsoft.com/office/drawing/2014/main" id="{DEEDF82B-1C40-190A-8A57-A4E986B130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1259" y="860936"/>
            <a:ext cx="4147225" cy="5039447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A338240C-F8C9-DBBA-7C0B-E2D1E31FA022}"/>
              </a:ext>
            </a:extLst>
          </p:cNvPr>
          <p:cNvSpPr txBox="1"/>
          <p:nvPr/>
        </p:nvSpPr>
        <p:spPr>
          <a:xfrm>
            <a:off x="2188165" y="2321004"/>
            <a:ext cx="825341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6600" b="0" i="0" dirty="0">
                <a:effectLst/>
                <a:highlight>
                  <a:srgbClr val="FF0000"/>
                </a:highlight>
              </a:rPr>
              <a:t>Falso</a:t>
            </a:r>
            <a:endParaRPr lang="pt-BR" sz="6600" dirty="0"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05242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theme/theme1.xml><?xml version="1.0" encoding="utf-8"?>
<a:theme xmlns:a="http://schemas.openxmlformats.org/drawingml/2006/main" name="Tabuleiro de Jogo Colorido 16 x 9">
  <a:themeElements>
    <a:clrScheme name="Personalizada 9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FFFFFF"/>
      </a:hlink>
      <a:folHlink>
        <a:srgbClr val="656565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60000"/>
            <a:lumOff val="40000"/>
          </a:schemeClr>
        </a:solidFill>
        <a:ln>
          <a:solidFill>
            <a:schemeClr val="bg2">
              <a:lumMod val="60000"/>
              <a:lumOff val="40000"/>
            </a:schemeClr>
          </a:solidFill>
        </a:ln>
      </a:spPr>
      <a:bodyPr rtlCol="0" anchor="ctr"/>
      <a:lstStyle>
        <a:defPPr algn="ctr">
          <a:lnSpc>
            <a:spcPct val="90000"/>
          </a:lnSpc>
          <a:defRPr sz="2400" dirty="0" smtClean="0">
            <a:solidFill>
              <a:schemeClr val="bg2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2">
              <a:lumMod val="60000"/>
              <a:lumOff val="4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2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GameBoardColorful_16x9.potx" id="{98C88DC9-98CC-4C0C-8A35-B3A047044276}" vid="{FD87E919-AD65-4324-B175-BCA884E59E92}"/>
    </a:ext>
  </a:extLst>
</a:theme>
</file>

<file path=ppt/theme/theme2.xml><?xml version="1.0" encoding="utf-8"?>
<a:theme xmlns:a="http://schemas.openxmlformats.org/drawingml/2006/main" name="Tema do Office">
  <a:themeElements>
    <a:clrScheme name="Game Board Colorful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FFFFFF"/>
      </a:hlink>
      <a:folHlink>
        <a:srgbClr val="656565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Game Board Colorful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FFFFFF"/>
      </a:hlink>
      <a:folHlink>
        <a:srgbClr val="656565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141aba3b8f8cb7f331be6546df69db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8e4ef66d87525153bd8907774ed28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9907864-5EB5-4795-BAFE-C81BBB1B4DB2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79A8F38-12A3-4D7A-808F-1CEB9439E58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B07314-B3FD-44F7-AD32-A5E46F6F217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883</Words>
  <Application>Microsoft Office PowerPoint</Application>
  <PresentationFormat>Widescreen</PresentationFormat>
  <Paragraphs>211</Paragraphs>
  <Slides>36</Slides>
  <Notes>35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43" baseType="lpstr">
      <vt:lpstr>Arial</vt:lpstr>
      <vt:lpstr>Broadway</vt:lpstr>
      <vt:lpstr>Calibri</vt:lpstr>
      <vt:lpstr>Calibri Light</vt:lpstr>
      <vt:lpstr>Corbel</vt:lpstr>
      <vt:lpstr>Wingdings</vt:lpstr>
      <vt:lpstr>Tabuleiro de Jogo Colorido 16 x 9</vt:lpstr>
      <vt:lpstr>Apresentação do PowerPoint</vt:lpstr>
      <vt:lpstr>Apresentação do PowerPoint</vt:lpstr>
      <vt:lpstr>Apresentação do PowerPoint</vt:lpstr>
      <vt:lpstr>As perguntas da categoria 1 estão apresentadas a seguir</vt:lpstr>
      <vt:lpstr>100</vt:lpstr>
      <vt:lpstr>Ágil 100</vt:lpstr>
      <vt:lpstr>Ágil 200</vt:lpstr>
      <vt:lpstr>Ágil 200</vt:lpstr>
      <vt:lpstr>Ágil 300</vt:lpstr>
      <vt:lpstr>Ágil 300</vt:lpstr>
      <vt:lpstr>Ágil 600</vt:lpstr>
      <vt:lpstr>Ágil 600</vt:lpstr>
      <vt:lpstr>Ágil 400</vt:lpstr>
      <vt:lpstr>Ágil 400</vt:lpstr>
      <vt:lpstr>As perguntas da categoria 2 estão apresentadas a seguir</vt:lpstr>
      <vt:lpstr>100</vt:lpstr>
      <vt:lpstr>100</vt:lpstr>
      <vt:lpstr>200</vt:lpstr>
      <vt:lpstr>200</vt:lpstr>
      <vt:lpstr>300</vt:lpstr>
      <vt:lpstr>300</vt:lpstr>
      <vt:lpstr>400</vt:lpstr>
      <vt:lpstr>400</vt:lpstr>
      <vt:lpstr>600</vt:lpstr>
      <vt:lpstr>600</vt:lpstr>
      <vt:lpstr>As perguntas da categoria 3 estão apresentadas a seguir</vt:lpstr>
      <vt:lpstr>100</vt:lpstr>
      <vt:lpstr>100</vt:lpstr>
      <vt:lpstr>200</vt:lpstr>
      <vt:lpstr>200</vt:lpstr>
      <vt:lpstr>300</vt:lpstr>
      <vt:lpstr>300</vt:lpstr>
      <vt:lpstr>600</vt:lpstr>
      <vt:lpstr>600</vt:lpstr>
      <vt:lpstr>400</vt:lpstr>
      <vt:lpstr>400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2012-12-17T01:40:20Z</dcterms:created>
  <dcterms:modified xsi:type="dcterms:W3CDTF">2026-02-25T14:11:57Z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